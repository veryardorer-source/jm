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340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 · 도어락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50" y="1188720"/>
            <a:ext cx="4018701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200" dirty="0"/>
          </a:p>
        </p:txBody>
      </p:sp>
      <p:pic>
        <p:nvPicPr>
          <p:cNvPr id="10" name="Image 1" descr="C:\Users\Administrator\Desktop\JM_클로드\지엔티_재료제안서\_user_imgs\p05-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532414"/>
            <a:ext cx="1188720" cy="890451"/>
          </a:xfrm>
          <a:prstGeom prst="rect">
            <a:avLst/>
          </a:prstGeom>
        </p:spPr>
      </p:pic>
      <p:pic>
        <p:nvPicPr>
          <p:cNvPr id="11" name="Image 2" descr="C:\Users\Administrator\Desktop\JM_클로드\지엔티_재료제안서\_user_imgs\p05-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532414"/>
            <a:ext cx="1188720" cy="890451"/>
          </a:xfrm>
          <a:prstGeom prst="rect">
            <a:avLst/>
          </a:prstGeom>
        </p:spPr>
      </p:pic>
      <p:pic>
        <p:nvPicPr>
          <p:cNvPr id="12" name="Image 3" descr="C:\Users\Administrator\Desktop\JM_클로드\지엔티_재료제안서\_user_imgs\p05-3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532414"/>
            <a:ext cx="1188720" cy="8904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-sq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-sq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-sq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4800 × 1400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7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64" y="1188720"/>
            <a:ext cx="2631152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RMR-CC115T6SR  ·  Gray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530 × 1825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7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096" y="1188720"/>
            <a:ext cx="2494929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AMC-WFR  ·  White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540 × 1825  (</a:t>
            </a:r>
            <a:r>
              <a:rPr lang="ko-KR" alt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선반</a:t>
            </a: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3개)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화면 슬라이드 쇼(16:9)</PresentationFormat>
  <Paragraphs>255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소연 이</cp:lastModifiedBy>
  <cp:revision>2</cp:revision>
  <dcterms:created xsi:type="dcterms:W3CDTF">2026-05-27T02:43:50Z</dcterms:created>
  <dcterms:modified xsi:type="dcterms:W3CDTF">2026-05-27T02:49:05Z</dcterms:modified>
</cp:coreProperties>
</file>
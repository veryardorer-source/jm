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2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Interior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931920" y="91440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1143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마감재 제안서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4114800" cy="0"/>
          </a:xfrm>
          <a:prstGeom prst="line">
            <a:avLst/>
          </a:prstGeom>
          <a:noFill/>
          <a:ln w="9525">
            <a:solidFill>
              <a:srgbClr val="D8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0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지엔티 (GNT)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931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사무공간 인테리어 마감재 제안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31920" y="46177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3192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56616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 · KCC 신한벽지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4767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19476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0" y="194767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 · 600 × 2400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7802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247802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FURNITURE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247802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 · 인조대리석 상판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62656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083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사무용가구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30083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FURNITURE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0" y="300837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· 의자 · 캐비넷 · 도어락 · 회의가구 · 휴게가구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353872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3538728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가전 · 영상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66160" y="40690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· 빔프로젝트 · 스피커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553712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F15130-1  매트 피니시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3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F15130-2  매트 피니시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3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F15130-5  매트 피니시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WALLCOVERING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벽지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 신한벽지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18872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F15128-2  페블스톤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88720"/>
            <a:ext cx="283464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방염벽지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F15128-6  페블스톤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WRAPPING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랩핑평판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대성몰딩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 × 2400 × 9T</a:t>
            </a:r>
            <a:endParaRPr lang="en-US" sz="1100" dirty="0"/>
          </a:p>
        </p:txBody>
      </p:sp>
      <p:pic>
        <p:nvPicPr>
          <p:cNvPr id="8" name="Image 0" descr="C:\Users\Administrator\Desktop\JM_클로드\지엔티_재료제안서\_user_imgs\p05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2650" y="1188720"/>
            <a:ext cx="4018701" cy="1645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추천색상</a:t>
            </a:r>
            <a:endParaRPr lang="en-US" sz="1200" dirty="0"/>
          </a:p>
        </p:txBody>
      </p:sp>
      <p:pic>
        <p:nvPicPr>
          <p:cNvPr id="10" name="Image 1" descr="C:\Users\Administrator\Desktop\JM_클로드\지엔티_재료제안서\_user_imgs\p05-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3532414"/>
            <a:ext cx="1188720" cy="890451"/>
          </a:xfrm>
          <a:prstGeom prst="rect">
            <a:avLst/>
          </a:prstGeom>
        </p:spPr>
      </p:pic>
      <p:pic>
        <p:nvPicPr>
          <p:cNvPr id="11" name="Image 2" descr="C:\Users\Administrator\Desktop\JM_클로드\지엔티_재료제안서\_user_imgs\p05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532414"/>
            <a:ext cx="1188720" cy="890451"/>
          </a:xfrm>
          <a:prstGeom prst="rect">
            <a:avLst/>
          </a:prstGeom>
        </p:spPr>
      </p:pic>
      <p:pic>
        <p:nvPicPr>
          <p:cNvPr id="12" name="Image 3" descr="C:\Users\Administrator\Desktop\JM_클로드\지엔티_재료제안서\_user_imgs\p05-3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3532414"/>
            <a:ext cx="1188720" cy="890451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HIGH GLOSSY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예림 하이그로시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0972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9748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그레이  ·  SM-06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9748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343400" y="14173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1" name="Image 1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097280"/>
            <a:ext cx="1188720" cy="11887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3774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34340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154680" y="3017520"/>
            <a:ext cx="1188720" cy="1188720"/>
          </a:xfrm>
          <a:prstGeom prst="rect">
            <a:avLst/>
          </a:prstGeom>
          <a:solidFill>
            <a:srgbClr val="F0EBE3"/>
          </a:solidFill>
          <a:ln w="6350">
            <a:solidFill>
              <a:srgbClr val="BBB39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9748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매트 밀크화이트  ·  SM-02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9748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343400" y="3337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2200" dirty="0"/>
          </a:p>
        </p:txBody>
      </p:sp>
      <p:pic>
        <p:nvPicPr>
          <p:cNvPr id="18" name="Image 2" descr="C:\Users\Administrator\Desktop\JM_클로드\지엔티_재료제안서\_user_imgs\p06-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17520"/>
            <a:ext cx="1188720" cy="11887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43400" y="42976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프렌치 오크  ·  PW-21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4343400" y="4572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18T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 ·  COUNTERTOP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붙박이가구  ·  인조대리석 상판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7-1-sq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6360"/>
            <a:ext cx="2499360" cy="2499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콘크리트  ·  G555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7-2-sq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56360"/>
            <a:ext cx="2499360" cy="2499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그레이  ·  G184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7-3-sq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356360"/>
            <a:ext cx="2499360" cy="2499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 버드  ·  G047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12T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0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29433"/>
            <a:ext cx="2499360" cy="17532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5구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0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320" y="1345587"/>
            <a:ext cx="2499360" cy="25209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2232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배선 매립 덕트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32232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배선 공간 · 매립형</a:t>
            </a:r>
            <a:endParaRPr lang="en-US" sz="1000" dirty="0"/>
          </a:p>
        </p:txBody>
      </p:sp>
      <p:pic>
        <p:nvPicPr>
          <p:cNvPr id="13" name="Image 2" descr="C:\Users\Administrator\Desktop\JM_클로드\지엔티_재료제안서\_user_imgs\p08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40" y="1778666"/>
            <a:ext cx="2499360" cy="165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440" y="411480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책상 (단독)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87440" y="4389120"/>
            <a:ext cx="249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DESK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사무용책상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8123" y="1188720"/>
            <a:ext cx="3587755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일반형 데스크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1400 × 800 × 720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MOBILE DRAWER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08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86" y="1188720"/>
            <a:ext cx="249810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08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31" y="1188720"/>
            <a:ext cx="2465458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 이동서랍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TASK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0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466" y="1188720"/>
            <a:ext cx="1683067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사무용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메쉬 / 헤드레스트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PARTITION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/ 책상 스크린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1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36" y="1188720"/>
            <a:ext cx="277320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자립형 파티션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패브릭 마감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1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85362"/>
            <a:ext cx="3840480" cy="21156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스크린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2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7564"/>
            <a:ext cx="3840480" cy="15569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덕트형 회의테이블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4000 × 1200 × 715 / 4구 2LAN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1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393" y="1188720"/>
            <a:ext cx="3092335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연결회의용탁자 (상석 + 일반)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4800 × 1400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CONFERENCE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3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10" y="1188720"/>
            <a:ext cx="2681659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회의의자 (팔걸이)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605 × 520 × 850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2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785" y="1188720"/>
            <a:ext cx="2365551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회의용의자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590 × 630 × 930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TABLE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4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296" y="1188720"/>
            <a:ext cx="3150288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4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880" y="1188720"/>
            <a:ext cx="240736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테이블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700 × 720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LOUNGE CHAIR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5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10224"/>
            <a:ext cx="3840480" cy="2791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우드백 / 패브릭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user_imgs\p15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0314"/>
            <a:ext cx="3840480" cy="25714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휴게실 의자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스틸 프레임 / 패브릭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OFFICE  ·  STEEL CABINET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철제 캐비넷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extracted2\s17-im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864" y="1188720"/>
            <a:ext cx="2631152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RMR-CC115T6SR  ·  Gray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530 × 1825</a:t>
            </a:r>
            <a:endParaRPr lang="en-US" sz="1000" dirty="0"/>
          </a:p>
        </p:txBody>
      </p:sp>
      <p:pic>
        <p:nvPicPr>
          <p:cNvPr id="10" name="Image 1" descr="C:\Users\Administrator\Desktop\JM_클로드\지엔티_재료제안서\_extracted2\s17-im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96" y="1188720"/>
            <a:ext cx="2494929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AMC-WFR  ·  White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1100 × 540 × 1825  (도어 3개)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LIGHTING  ·  LED PANEL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6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025" y="1188720"/>
            <a:ext cx="279195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평판조명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천장 매립형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REFRIGERATOR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7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985" y="1188720"/>
            <a:ext cx="1861230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37760" y="2331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507L 2도어 냉장고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9377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 ·  B502S53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37760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780 × 730 × 1,800 mm  /  실버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PROJECTOR &amp; SCREEN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빔프로젝트  ·  빔스크린</a:t>
            </a:r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:  </a:t>
            </a:r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EFUN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pic>
        <p:nvPicPr>
          <p:cNvPr id="7" name="Image 0" descr="C:\Users\Administrator\Desktop\JM_클로드\지엔티_재료제안서\_user_imgs\p18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923" y="1188720"/>
            <a:ext cx="3047034" cy="2560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EL-YLK606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3LCD LASER 4K UHD  ·  HDR/HLG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1.6X ZOOM  ·  16W 스피커</a:t>
            </a:r>
            <a:endParaRPr lang="en-US" sz="1000" dirty="0"/>
          </a:p>
        </p:txBody>
      </p:sp>
      <p:pic>
        <p:nvPicPr>
          <p:cNvPr id="11" name="Image 1" descr="C:\Users\Administrator\Desktop\JM_클로드\지엔티_재료제안서\_user_imgs\p18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338" y="1188720"/>
            <a:ext cx="3560445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41148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빔스크린 (성지 울트라 매트 전동 매립 스크린)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8463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120"  (2400 × 1800)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AV  ·  SPEAKER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0" cy="365760"/>
          </a:xfrm>
          <a:prstGeom prst="ellipse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84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" y="3291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  ·  WATERPROOF DOOR LOCK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" y="53035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365760" cy="27432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2834640"/>
          </a:xfrm>
          <a:prstGeom prst="rect">
            <a:avLst/>
          </a:prstGeom>
          <a:solidFill>
            <a:srgbClr val="EFEAE0"/>
          </a:solidFill>
          <a:ln w="9525">
            <a:solidFill>
              <a:srgbClr val="BBB39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영역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(사진 삽입)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방수도어락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 / 사양 입력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646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0" y="4864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4030"/>
          </a:solidFill>
          <a:ln w="12700">
            <a:solidFill>
              <a:srgbClr val="4A4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0" y="5486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spc="6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2B3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END  OF  DOCUMENT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8640" cy="36576"/>
          </a:xfrm>
          <a:prstGeom prst="rect">
            <a:avLst/>
          </a:prstGeom>
          <a:solidFill>
            <a:srgbClr val="8A7D63"/>
          </a:solidFill>
          <a:ln w="12700">
            <a:solidFill>
              <a:srgbClr val="8A7D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8A7D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PROPOSED BY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4A40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212080" cy="0"/>
          </a:xfrm>
          <a:prstGeom prst="line">
            <a:avLst/>
          </a:prstGeom>
          <a:noFill/>
          <a:ln w="6350">
            <a:solidFill>
              <a:srgbClr val="D8D2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제이엠건축인테리어  ·  지엔티 마감재 제안서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37760" y="4864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지엔티 마감재제안서</dc:title>
  <dc:subject>PptxGenJS Presentation</dc:subject>
  <dc:creator>제이엠건축인테리어</dc:creator>
  <cp:lastModifiedBy>제이엠건축인테리어</cp:lastModifiedBy>
  <cp:revision>1</cp:revision>
  <dcterms:created xsi:type="dcterms:W3CDTF">2026-05-27T02:41:18Z</dcterms:created>
  <dcterms:modified xsi:type="dcterms:W3CDTF">2026-05-27T02:41:18Z</dcterms:modified>
</cp:coreProperties>
</file>
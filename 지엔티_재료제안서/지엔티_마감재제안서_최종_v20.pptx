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2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Interior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31920" y="91440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143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마감재 제안서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931920" y="2834640"/>
            <a:ext cx="41148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지엔티 (GNT)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사무공간 인테리어 마감재 제안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31920" y="46177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319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4173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 · KCC 신한벽지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19476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 · 600 × 2400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7802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FURNITURE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247802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 · 인조대리석 상판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62656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083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사무용가구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FURNITURE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0083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· 의자 · 캐비넷 · 회의가구 · 휴게가구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35387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690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· 영상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66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AV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40690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· 빔프로젝트 · 스피커 · 앰프 · 도어락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55371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3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F15130-1  매트 피니시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3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F15130-2  매트 피니시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3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F15130-5  매트 피니시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4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283464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F15128-2  페블스톤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4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188720"/>
            <a:ext cx="283464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F15128-6  페블스톤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 × 2400 × 9T</a:t>
            </a:r>
            <a:endParaRPr lang="en-US" sz="1100" dirty="0"/>
          </a:p>
        </p:txBody>
      </p:sp>
      <p:pic>
        <p:nvPicPr>
          <p:cNvPr id="8" name="Image 0" descr="C:\Users\Administrator\Desktop\JM_클로드\지엔티_재료제안서\_user_imgs\p05-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2650" y="1188720"/>
            <a:ext cx="4018701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추천색상</a:t>
            </a:r>
            <a:endParaRPr lang="en-US" sz="1200" dirty="0"/>
          </a:p>
        </p:txBody>
      </p:sp>
      <p:pic>
        <p:nvPicPr>
          <p:cNvPr id="10" name="Image 1" descr="C:\Users\Administrator\Desktop\JM_클로드\지엔티_재료제안서\_user_imgs\p05-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532414"/>
            <a:ext cx="1188720" cy="890451"/>
          </a:xfrm>
          <a:prstGeom prst="rect">
            <a:avLst/>
          </a:prstGeom>
        </p:spPr>
      </p:pic>
      <p:pic>
        <p:nvPicPr>
          <p:cNvPr id="11" name="Image 2" descr="C:\Users\Administrator\Desktop\JM_클로드\지엔티_재료제안서\_user_imgs\p05-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532414"/>
            <a:ext cx="1188720" cy="890451"/>
          </a:xfrm>
          <a:prstGeom prst="rect">
            <a:avLst/>
          </a:prstGeom>
        </p:spPr>
      </p:pic>
      <p:pic>
        <p:nvPicPr>
          <p:cNvPr id="12" name="Image 3" descr="C:\Users\Administrator\Desktop\JM_클로드\지엔티_재료제안서\_user_imgs\p05-3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532414"/>
            <a:ext cx="1188720" cy="890451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HIGH GLOSSY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6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09728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748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그레이  ·  SM-06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9748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4340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1" name="Image 1" descr="C:\Users\Administrator\Desktop\JM_클로드\지엔티_재료제안서\_user_imgs\p06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97280"/>
            <a:ext cx="118872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34340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54680" y="3017520"/>
            <a:ext cx="1188720" cy="1188720"/>
          </a:xfrm>
          <a:prstGeom prst="rect">
            <a:avLst/>
          </a:prstGeom>
          <a:solidFill>
            <a:srgbClr val="F0EBE3"/>
          </a:solidFill>
          <a:ln w="6350">
            <a:solidFill>
              <a:srgbClr val="BBB39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9748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밀크화이트  ·  SM-02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9748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43400" y="3337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8" name="Image 2" descr="C:\Users\Administrator\Desktop\JM_클로드\지엔티_재료제안서\_user_imgs\p06-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17520"/>
            <a:ext cx="1188720" cy="11887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34340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COUNTERTOP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  ·  인조대리석 상판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7-1-sq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콘크리트  ·  G555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7-2-sq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그레이  ·  G184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7-3-sq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 버드  ·  G047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8-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12766"/>
            <a:ext cx="2560320" cy="16951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5구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315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8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523" y="1188720"/>
            <a:ext cx="1541194" cy="1554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0896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배선 공간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01752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 × 60mm 크기의 배선 공간으로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위 전선을 깔끔하게 정리할 수 있습니다.</a:t>
            </a:r>
            <a:endParaRPr lang="en-US" sz="950" dirty="0"/>
          </a:p>
        </p:txBody>
      </p:sp>
      <p:pic>
        <p:nvPicPr>
          <p:cNvPr id="13" name="Image 2" descr="C:\Users\Administrator\Desktop\JM_클로드\지엔티_재료제안서\_user_imgs\p08-1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931879"/>
            <a:ext cx="2834640" cy="198840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7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6624" y="1188720"/>
            <a:ext cx="2730753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일반형 데스크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MOBILE DRAWER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8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587" y="1188720"/>
            <a:ext cx="2071706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08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384048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TASK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0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0466" y="1188720"/>
            <a:ext cx="168306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메쉬 / 헤드레스트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PARTITION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/ 책상 스크린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836" y="1188720"/>
            <a:ext cx="277320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자립형 파티션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패브릭 마감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1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85362"/>
            <a:ext cx="3840480" cy="21156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스크린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2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7564"/>
            <a:ext cx="3840480" cy="1556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회의테이블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4000 × 1200 × 715 / 4구 2LAN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1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622" y="1188720"/>
            <a:ext cx="2335876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연결회의용탁자 (상석 + 일반)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4800 × 1400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3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610" y="1188720"/>
            <a:ext cx="2681659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 (팔걸이)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605 × 520 × 850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2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251" y="1188720"/>
            <a:ext cx="2404617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회의용의자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590 × 630 × 930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4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296" y="1188720"/>
            <a:ext cx="315028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4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880" y="1188720"/>
            <a:ext cx="240736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5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0224"/>
            <a:ext cx="3840480" cy="2791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우드백 / 패브릭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5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0314"/>
            <a:ext cx="3840480" cy="25714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프레임 / 패브릭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STEEL CABINET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17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84048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RMR-CC115T6SR  ·  Gray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1100 × 530 × 1825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7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384048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AMC-WFR  ·  White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1100 × 540 × 1825  (도어 3개)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  ·  LED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6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6025" y="1188720"/>
            <a:ext cx="279195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 매립형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REFRIGERATOR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7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985" y="1188720"/>
            <a:ext cx="186123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507L 2도어 냉장고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 ·  B502S53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 × 730 × 1,800 mm  /  실버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PROJECTOR &amp;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빔프로젝트  ·  빔스크린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EFUN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8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923" y="1188720"/>
            <a:ext cx="3047034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EL-YLK606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3LCD LASER 4K UHD  ·  HDR/HLG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1.6X ZOOM  ·  16W 스피커</a:t>
            </a:r>
            <a:endParaRPr lang="en-US" sz="1000" dirty="0"/>
          </a:p>
        </p:txBody>
      </p:sp>
      <p:pic>
        <p:nvPicPr>
          <p:cNvPr id="11" name="Image 1" descr="C:\Users\Administrator\Desktop\JM_클로드\지엔티_재료제안서\_user_imgs\p18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338" y="1188720"/>
            <a:ext cx="3560445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빔스크린 (성지 울트라 매트 전동 매립 스크린)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120"  (2400 × 1800)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SPEAKER &amp; AMP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  ·  파워앰프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18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84048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  ·  FA-530N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5.25인치  ·  70W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8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384048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파워앰프  ·  EMA-200N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2CH  ·  200W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WATERPROOF DOOR LOCK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19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도어락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*해당제품 방수커버는 별도 제작 필요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 OF  DOCUMENT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52120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4864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지엔티 마감재제안서</dc:title>
  <dc:subject>PptxGenJS Presentation</dc:subject>
  <dc:creator>제이엠건축인테리어</dc:creator>
  <cp:lastModifiedBy>제이엠건축인테리어</cp:lastModifiedBy>
  <cp:revision>1</cp:revision>
  <dcterms:created xsi:type="dcterms:W3CDTF">2026-05-27T05:07:41Z</dcterms:created>
  <dcterms:modified xsi:type="dcterms:W3CDTF">2026-05-27T05:07:41Z</dcterms:modified>
</cp:coreProperties>
</file>
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KCC / 신한벽지 / LX하우시스 등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2232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232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2232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744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18744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8744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KCC / 신한벽지 / LX하우시스 등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32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46320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32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 (래핑평판)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대성몰딩 / LX하우시스 / 한솔홈데코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2232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232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2232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744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18744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8744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예림 하이그로시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097280"/>
            <a:ext cx="3611880" cy="108813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14401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870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2276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532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6687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611880" cy="108813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14401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6870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2276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532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3611880" cy="108813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85800" y="32689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5158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41056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3616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3611880" cy="108813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846320" y="32689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5158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41056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3616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LG칸스톤 / 한화칸스톤 / 현대L&amp;C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2232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232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2232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7440" y="1005840"/>
            <a:ext cx="2499360" cy="2761488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187440" y="2185416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432304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8744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퍼시스 / 코아스 / 한샘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9936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덕트형 책상 5구)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1400*800*720)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2320" y="1005840"/>
            <a:ext cx="249936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322320" y="20574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2320" y="2304288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22320" y="3602736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232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7440" y="1005840"/>
            <a:ext cx="249936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87440" y="20574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7440" y="2304288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87440" y="3602736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87440" y="3858768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3단 이동서랍)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시디즈 / 퍼시스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입력 (메쉬 / 헤드레스트 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자립형 파티션)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책상 스크린)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덕트형 회의테이블)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 (예: 4000*1200*715, 4구 2LAN)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605*520*850)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지름 700 * 720)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 / 컬러 입력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 / 컬러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505456"/>
          </a:xfrm>
          <a:prstGeom prst="rect">
            <a:avLst/>
          </a:prstGeom>
          <a:solidFill>
            <a:srgbClr val="F7F7F5"/>
          </a:solidFill>
          <a:ln w="9525">
            <a:solidFill>
              <a:srgbClr val="BBBBB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602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LED 평판조명)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W / 색온도 입력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재료제안서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재료제안서</dc:title>
  <dc:subject>PptxGenJS Presentation</dc:subject>
  <dc:creator>JM</dc:creator>
  <cp:lastModifiedBy>JM</cp:lastModifiedBy>
  <cp:revision>1</cp:revision>
  <dcterms:created xsi:type="dcterms:W3CDTF">2026-05-26T06:43:19Z</dcterms:created>
  <dcterms:modified xsi:type="dcterms:W3CDTF">2026-05-26T06:43:19Z</dcterms:modified>
</cp:coreProperties>
</file>
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알판 · 붙박이가구 · 사무용가구 · 조명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고객사명을 입력하세요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자재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YYYY. MM. 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실크 · 합지 · 친환경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2585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래핑평판 · LPM · HPL · PET · UV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2549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8254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하이그로시 · 인조대리석 상판 · 도어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9242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392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392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3924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서랍 · 파티션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93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959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959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9593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 · 다운라이트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F15130-1 매트 피니쉬)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F15128-2 페블스톤)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 (래핑평판)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대성몰딩 / LX하우시스 / 한솔홈데코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4584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27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7419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00600" y="14584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327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276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32781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524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35615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08376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800600" y="32781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5524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LG칸스톤 / 한화L&amp;C / 현대L&amp;C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스틸콘크리트 G555)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퍼시스 / 코아스 / 한샘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책상 5구)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1400*800*720)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232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32232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232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2232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744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18744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744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8744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3단 이동서랍)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시디즈 / 퍼시스 / 코아스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시디즈 T50)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 (메쉬 / 헤드레스트 등)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자립형 파티션)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책상 스크린)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회의테이블)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 (예: 4000*1200*715, 4구 2LAN)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605*520*850)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지름 700 * 720)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LED 평판조명)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W / 색온도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자재에 관한 문의는 언제든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 연락 주십시오.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 Proposal · 재료 제안서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담당자명 / 직책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email@domain.com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937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재료제안서</dc:title>
  <dc:subject>PptxGenJS Presentation</dc:subject>
  <dc:creator>JM</dc:creator>
  <cp:lastModifiedBy>JM</cp:lastModifiedBy>
  <cp:revision>1</cp:revision>
  <dcterms:created xsi:type="dcterms:W3CDTF">2026-05-26T06:53:24Z</dcterms:created>
  <dcterms:modified xsi:type="dcterms:W3CDTF">2026-05-26T06:53:24Z</dcterms:modified>
</cp:coreProperties>
</file>
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마감재 제안서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93192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 · 랩핑평판 · 붙박이가구 · 사무용가구 · 조명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지엔티 (GNT)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마감재 제안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31920" y="4617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319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KCC 신한벽지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9476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 · 600 × 2400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7802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4780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 · 인조대리석 상판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캐비넷 · 도어락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5387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· 영상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66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AV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4069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· 빔프로젝트 · 스피커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F15130-1  매트 피니시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3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F15130-2  매트 피니시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3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F15130-5  매트 피니시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F15128-2  페블스톤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188720"/>
            <a:ext cx="283464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F15128-6  페블스톤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× 2400 × 9T</a:t>
            </a:r>
            <a:endParaRPr lang="en-US" sz="1100" dirty="0"/>
          </a:p>
        </p:txBody>
      </p:sp>
      <p:pic>
        <p:nvPicPr>
          <p:cNvPr id="8" name="Image 0" descr="C:\Users\Administrator\Desktop\JM_클로드\지엔티_재료제안서\_user_imgs\p05-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497" y="1188720"/>
            <a:ext cx="5135006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추천색상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0" y="3611880"/>
            <a:ext cx="274320" cy="0"/>
          </a:xfrm>
          <a:prstGeom prst="line">
            <a:avLst/>
          </a:prstGeom>
          <a:noFill/>
          <a:ln w="12700">
            <a:solidFill>
              <a:srgbClr val="8A7D63"/>
            </a:solidFill>
            <a:prstDash val="solid"/>
          </a:ln>
        </p:spPr>
      </p:sp>
      <p:pic>
        <p:nvPicPr>
          <p:cNvPr id="11" name="Image 1" descr="C:\Users\Administrator\Desktop\JM_클로드\지엔티_재료제안서\_user_imgs\p05-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3446543"/>
            <a:ext cx="868680" cy="650715"/>
          </a:xfrm>
          <a:prstGeom prst="rect">
            <a:avLst/>
          </a:prstGeom>
        </p:spPr>
      </p:pic>
      <p:pic>
        <p:nvPicPr>
          <p:cNvPr id="12" name="Image 2" descr="C:\Users\Administrator\Desktop\JM_클로드\지엔티_재료제안서\_user_imgs\p05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46543"/>
            <a:ext cx="868680" cy="650715"/>
          </a:xfrm>
          <a:prstGeom prst="rect">
            <a:avLst/>
          </a:prstGeom>
        </p:spPr>
      </p:pic>
      <p:pic>
        <p:nvPicPr>
          <p:cNvPr id="13" name="Image 3" descr="C:\Users\Administrator\Desktop\JM_클로드\지엔티_재료제안서\_user_imgs\p05-3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446543"/>
            <a:ext cx="868680" cy="65071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0972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그레이  ·  SM-06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9748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4340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1" name="Image 1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9728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4340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3017520"/>
            <a:ext cx="1188720" cy="1188720"/>
          </a:xfrm>
          <a:prstGeom prst="rect">
            <a:avLst/>
          </a:prstGeom>
          <a:solidFill>
            <a:srgbClr val="F0EBE3"/>
          </a:solidFill>
          <a:ln w="6350">
            <a:solidFill>
              <a:srgbClr val="BBB3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9748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밀크화이트  ·  SM-02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9748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8" name="Image 2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17520"/>
            <a:ext cx="1188720" cy="1188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4340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7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콘크리트  ·  G555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7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66110"/>
            <a:ext cx="2499360" cy="18798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그레이  ·  G184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7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버드  ·  G047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9433"/>
            <a:ext cx="2499360" cy="17532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5구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45587"/>
            <a:ext cx="2499360" cy="25209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배선 매립 덕트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배선 공간 · 매립형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8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778666"/>
            <a:ext cx="2499360" cy="1654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(단독)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 (PEDESTAL)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  ·  수납형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 (수납형)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9-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88" y="1188720"/>
            <a:ext cx="2879904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pic>
        <p:nvPicPr>
          <p:cNvPr id="9" name="Image 1" descr="C:\Users\Administrator\Desktop\JM_클로드\지엔티_재료제안서\_user_imgs\p09-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92" y="1188720"/>
            <a:ext cx="2743337" cy="3108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STEEL CABINET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 · TYPE 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4632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 · TYPE 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WATERPROOF DOOR 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0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466" y="1188720"/>
            <a:ext cx="168306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메쉬 / 헤드레스트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836" y="1188720"/>
            <a:ext cx="277320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자립형 파티션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패브릭 마감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1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85362"/>
            <a:ext cx="3840480" cy="21156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스크린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2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7564"/>
            <a:ext cx="3840480" cy="1556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회의테이블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 × 1200 × 715 / 4구 2LAN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1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93" y="1188720"/>
            <a:ext cx="3092335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 (상석 + 일반)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600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10" y="1188720"/>
            <a:ext cx="2681659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605 × 520 × 850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2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785" y="1188720"/>
            <a:ext cx="2365551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회의용의자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590 × 630 × 930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296" y="1188720"/>
            <a:ext cx="315028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880" y="1188720"/>
            <a:ext cx="240736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5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0224"/>
            <a:ext cx="3840480" cy="2791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우드백 / 패브릭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5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0314"/>
            <a:ext cx="3840480" cy="25714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프레임 / 패브릭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025" y="1188720"/>
            <a:ext cx="279195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매립형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REFRIGERATOR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7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985" y="1188720"/>
            <a:ext cx="186123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507L 2도어 냉장고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 ·  B502S53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 × 730 × 1,800 mm  /  실버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PROJECTOR &amp;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빔프로젝트  ·  빔스크린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923" y="1188720"/>
            <a:ext cx="3047034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EL-YLK606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3LCD LASER 4K UHD  ·  HDR/HLG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1.6X ZOOM  ·  16W 스피커</a:t>
            </a:r>
            <a:endParaRPr lang="en-US" sz="1000" dirty="0"/>
          </a:p>
        </p:txBody>
      </p:sp>
      <p:pic>
        <p:nvPicPr>
          <p:cNvPr id="11" name="Image 1" descr="C:\Users\Administrator\Desktop\JM_클로드\지엔티_재료제안서\_user_imgs\p1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38" y="1188720"/>
            <a:ext cx="3560445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빔스크린 (성지 울트라 매트 전동 매립 스크린)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120"  (2400 × 1800)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SPEAKER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 OF  DOCUMENT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2120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4864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마감재제안서</dc:title>
  <dc:subject>PptxGenJS Presentation</dc:subject>
  <dc:creator>제이엠건축인테리어</dc:creator>
  <cp:lastModifiedBy>제이엠건축인테리어</cp:lastModifiedBy>
  <cp:revision>1</cp:revision>
  <dcterms:created xsi:type="dcterms:W3CDTF">2026-05-27T02:05:52Z</dcterms:created>
  <dcterms:modified xsi:type="dcterms:W3CDTF">2026-05-27T02:05:52Z</dcterms:modified>
</cp:coreProperties>
</file>
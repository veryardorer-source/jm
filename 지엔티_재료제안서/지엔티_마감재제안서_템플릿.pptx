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4A4030"/>
          </a:solidFill>
          <a:ln w="12700">
            <a:solidFill>
              <a:srgbClr val="4A4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6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spc="6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Interior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931920" y="914400"/>
            <a:ext cx="54864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0" y="11430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마감재 제안서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931920" y="2057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 · 알판 · 붙박이가구 · 사무용가구 · 조명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31920" y="2834640"/>
            <a:ext cx="41148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3063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3192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고객사명을 입력하세요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1920" y="3703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SCOPE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사무공간 인테리어 자재 제안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0" y="4343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ISSUED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93192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YYYY. MM. DD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5720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9164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6916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66160" y="16916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WALLCOVERING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52160" y="169164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 · 실크 · 합지 · 친환경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58568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258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2258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PANEL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52160" y="225856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래핑평판 · LPM · HPL · PET · UV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779776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25496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282549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66160" y="282549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FURNITURE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52160" y="282549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하이그로시 · 인조대리석 상판 · 도어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346704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92424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339242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사무용가구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66160" y="339242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FURNITURE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52160" y="339242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 · 의자 · 서랍 · 파티션 · 회의가구 · 휴게가구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913632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959352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395935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조명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66160" y="395935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LIGHTING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52160" y="395935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평판조명 · 다운라이트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48056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마감재제안서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17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WALLCOVERING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KCC / 신한벽지 / LX하우시스 등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2499360" cy="281635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368296"/>
            <a:ext cx="249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42616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409651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37083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 (예: F15130-1 매트 피니쉬)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22320" y="1188720"/>
            <a:ext cx="2499360" cy="281635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322320" y="2368296"/>
            <a:ext cx="249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22320" y="2642616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322320" y="409651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22320" y="437083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87440" y="1188720"/>
            <a:ext cx="2499360" cy="281635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187440" y="2368296"/>
            <a:ext cx="249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87440" y="2642616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87440" y="409651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87440" y="437083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마감재제안서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17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WALLCOVERING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KCC / 신한벽지 / LX하우시스 등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3840480" cy="281635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3682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426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370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 (예: F15128-2 페블스톤)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281635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846320" y="23682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6426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46320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4370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마감재제안서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알판 (래핑평판)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대성몰딩 / LX하우시스 / 한솔홈데코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2499360" cy="281635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368296"/>
            <a:ext cx="249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42616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409651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 입력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37083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22320" y="1188720"/>
            <a:ext cx="2499360" cy="281635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322320" y="2368296"/>
            <a:ext cx="249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22320" y="2642616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322320" y="409651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 입력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22320" y="437083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87440" y="1188720"/>
            <a:ext cx="2499360" cy="281635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187440" y="2368296"/>
            <a:ext cx="249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87440" y="2642616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87440" y="409651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 입력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87440" y="437083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마감재제안서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17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 ·  HIGH GLOSSY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예림 하이그로시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3886200" cy="996696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145846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7327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22768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 입력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55117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43400" y="174193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800600" y="1188720"/>
            <a:ext cx="3886200" cy="996696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800600" y="145846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7327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00600" y="22768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 입력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255117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008376"/>
            <a:ext cx="3886200" cy="996696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57200" y="327812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55244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40965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 입력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3708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43400" y="356158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800600" y="3008376"/>
            <a:ext cx="3886200" cy="996696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800600" y="327812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355244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00600" y="40965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 입력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43708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마감재제안서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17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 ·  COUNTERTOP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  ·  인조대리석 상판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LG칸스톤 / 한화L&amp;C / 현대L&amp;C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2499360" cy="281635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368296"/>
            <a:ext cx="249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42616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409651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 입력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37083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 (예: 스틸콘크리트 G555)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22320" y="1188720"/>
            <a:ext cx="2499360" cy="281635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322320" y="2368296"/>
            <a:ext cx="249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22320" y="2642616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322320" y="409651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 입력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22320" y="437083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87440" y="1188720"/>
            <a:ext cx="2499360" cy="281635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187440" y="2368296"/>
            <a:ext cx="249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87440" y="2642616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87440" y="409651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 입력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87440" y="437083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마감재제안서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/ 17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DESK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사무용책상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퍼시스 / 코아스 / 한샘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2499360" cy="254203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231136"/>
            <a:ext cx="249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05456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382219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 (예: 덕트형 책상 5구)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09651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37083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입력 (예: 1400*800*720)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22320" y="1188720"/>
            <a:ext cx="2499360" cy="254203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3322320" y="2231136"/>
            <a:ext cx="249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22320" y="2505456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22320" y="382219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22320" y="409651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22320" y="437083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입력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87440" y="1188720"/>
            <a:ext cx="2499360" cy="254203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187440" y="2231136"/>
            <a:ext cx="249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87440" y="2505456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187440" y="382219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87440" y="409651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87440" y="4370832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입력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마감재제안서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/ 17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MOBILE DRAWER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이동서랍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제조사 / 시리즈명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3840480" cy="254203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2311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054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 (예: 3단 이동서랍)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370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입력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3840480" cy="254203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846320" y="22311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5054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46320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4370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입력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마감재제안서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/ 17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TASK CHAIR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 의자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시디즈 / 퍼시스 / 코아스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3840480" cy="254203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2311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054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 (예: 시디즈 T50)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370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사양 입력 (메쉬 / 헤드레스트 등)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3840480" cy="254203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846320" y="22311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5054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46320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4370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사양 입력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마감재제안서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17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PARTITION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파티션 / 책상 스크린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제조사 / 시리즈명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3840480" cy="254203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2311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054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 (예: 자립형 파티션)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370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입력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3840480" cy="254203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846320" y="22311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5054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46320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 (예: 책상 스크린)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4370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입력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마감재제안서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17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CONFERENCE TABLE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회의테이블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제조사 / 시리즈명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3840480" cy="254203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2311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054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 (예: 덕트형 회의테이블)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370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/ 사양 입력 (예: 4000*1200*715, 4구 2LAN)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3840480" cy="254203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846320" y="22311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5054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46320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4370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/ 사양 입력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마감재제안서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17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CONFERENCE CHAIR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회의의자 (팔걸이)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제조사 / 시리즈명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3840480" cy="254203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2311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054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370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입력 (예: 605*520*850)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3840480" cy="254203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846320" y="22311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5054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46320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4370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입력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마감재제안서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17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LOUNGE TABLE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테이블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제조사 / 시리즈명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3840480" cy="254203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2311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054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370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입력 (예: 지름 700 * 720)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3840480" cy="254203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846320" y="22311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5054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46320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4370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입력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마감재제안서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17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LOUNGE CHAIR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의자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제조사 / 시리즈명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3840480" cy="254203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2311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054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370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재질 / 컬러 입력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3840480" cy="254203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846320" y="22311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5054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46320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4370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재질 / 컬러 입력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마감재제안서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17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LIGHTING  ·  LED PANEL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평판조명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제조사 / 시리즈명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8229600" cy="2542032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2311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054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/ 컬러칩 삽입)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38221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품명 입력 (예: LED 평판조명)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096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입력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3708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5A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/ W / 색온도 입력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지엔티 마감재제안서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17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4A4030"/>
          </a:solidFill>
          <a:ln w="12700">
            <a:solidFill>
              <a:srgbClr val="4A4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자재에 관한 문의는 언제든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담당자에게 연락 주십시오.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45720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423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 Proposal · 마감재 제안서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4069080"/>
            <a:ext cx="2651760" cy="777240"/>
          </a:xfrm>
          <a:prstGeom prst="rect">
            <a:avLst/>
          </a:prstGeom>
          <a:solidFill>
            <a:srgbClr val="8A7D63"/>
          </a:solidFill>
          <a:ln w="6350">
            <a:solidFill>
              <a:srgbClr val="C2B3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160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7F5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담당자명 / 직책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46120" y="4069080"/>
            <a:ext cx="2651760" cy="777240"/>
          </a:xfrm>
          <a:prstGeom prst="rect">
            <a:avLst/>
          </a:prstGeom>
          <a:solidFill>
            <a:srgbClr val="8A7D63"/>
          </a:solidFill>
          <a:ln w="6350">
            <a:solidFill>
              <a:srgbClr val="C2B3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4160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7F5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2900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010-0000-0000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4069080"/>
            <a:ext cx="2651760" cy="777240"/>
          </a:xfrm>
          <a:prstGeom prst="rect">
            <a:avLst/>
          </a:prstGeom>
          <a:solidFill>
            <a:srgbClr val="8A7D63"/>
          </a:solidFill>
          <a:ln w="6350">
            <a:solidFill>
              <a:srgbClr val="C2B3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4160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7F5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1792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email@domain.com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0" y="49377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17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" y="49377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JM INTERIOR  ·  MATERIAL PROPOSAL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지엔티 마감재제안서</dc:title>
  <dc:subject>PptxGenJS Presentation</dc:subject>
  <dc:creator>JM</dc:creator>
  <cp:lastModifiedBy>JM</cp:lastModifiedBy>
  <cp:revision>1</cp:revision>
  <dcterms:created xsi:type="dcterms:W3CDTF">2026-05-26T06:56:43Z</dcterms:created>
  <dcterms:modified xsi:type="dcterms:W3CDTF">2026-05-26T06:56:43Z</dcterms:modified>
</cp:coreProperties>
</file>
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80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7432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4A4030"/>
          </a:solidFill>
          <a:ln w="12700">
            <a:solidFill>
              <a:srgbClr val="4A40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kern="0" spc="600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MATERIAL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b="1" kern="0" spc="600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PROPOSAL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Interior</a:t>
            </a:r>
            <a:endParaRPr lang="en-US" sz="2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Material</a:t>
            </a:r>
            <a:endParaRPr lang="en-US" sz="2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Reference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931920" y="914400"/>
            <a:ext cx="548640" cy="36576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0" y="11430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마감재 제안서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3931920" y="2834640"/>
            <a:ext cx="4114800" cy="0"/>
          </a:xfrm>
          <a:prstGeom prst="line">
            <a:avLst/>
          </a:prstGeom>
          <a:noFill/>
          <a:ln w="9525">
            <a:solidFill>
              <a:srgbClr val="D8D2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0" y="3154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931920" y="34015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지엔티 (GNT)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31920" y="3931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SCOPE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931920" y="41788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사무공간 인테리어 마감재 제안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931920" y="46177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PROPOSED BY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93192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INDEX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57200" cy="36576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4173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벽지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566160" y="14173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WALLCOVERING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852160" y="141732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 · KCC 신한벽지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901952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47672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194767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랩핑평판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194767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WRAPPING PANEL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852160" y="1947672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대성몰딩 · 600 × 2400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432304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478024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247802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붙박이가구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66160" y="247802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BUILT-IN FURNITURE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52160" y="2478024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예림 하이그로시 · 인조대리석 상판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962656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008376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0160" y="300837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사무용가구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566160" y="300837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FURNITURE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852160" y="3008376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책상 · 의자 · 캐비넷 · 회의가구 · 휴게가구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493008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538728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80160" y="353872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조명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566160" y="353872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LIGHTING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852160" y="3538728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LED 평판조명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402336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06908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280160" y="40690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가전 · 영상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566160" y="40690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APPLIANCE  ·  AV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852160" y="406908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냉장고 · 빔프로젝트 · 스피커 · 앰프 · 도어락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4553712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/ 23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WALLCOVERING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벽지</a:t>
            </a: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r>
              <a:rPr lang="en-US" sz="1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KCC 신한벽지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03-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56360"/>
            <a:ext cx="2499360" cy="2499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F15130-1  매트 피니시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03-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2320" y="1356360"/>
            <a:ext cx="2499360" cy="24993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2232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32232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F15130-2  매트 피니시</a:t>
            </a:r>
            <a:endParaRPr lang="en-US" sz="1000" dirty="0"/>
          </a:p>
        </p:txBody>
      </p:sp>
      <p:pic>
        <p:nvPicPr>
          <p:cNvPr id="13" name="Image 2" descr="C:\Users\Administrator\Desktop\JM_클로드\지엔티_재료제안서\_user_imgs\p03-3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7440" y="1356360"/>
            <a:ext cx="2499360" cy="24993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8744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618744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F15130-5  매트 피니시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/ 23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WALLCOVERING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벽지</a:t>
            </a: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r>
              <a:rPr lang="en-US" sz="1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KCC 신한벽지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04-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188720"/>
            <a:ext cx="2834640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F15128-2  페블스톤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04-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1188720"/>
            <a:ext cx="2834640" cy="2834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F15128-6  페블스톤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23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WRAPPING PANEL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랩핑평판</a:t>
            </a: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r>
              <a:rPr lang="en-US" sz="1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대성몰딩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0" y="566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600 × 2400 × 9T</a:t>
            </a:r>
            <a:endParaRPr lang="en-US" sz="1100" dirty="0"/>
          </a:p>
        </p:txBody>
      </p:sp>
      <p:pic>
        <p:nvPicPr>
          <p:cNvPr id="8" name="Image 0" descr="C:\Users\Administrator\Desktop\JM_클로드\지엔티_재료제안서\_user_imgs\p05-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2650" y="1188720"/>
            <a:ext cx="4018701" cy="1645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추천색상</a:t>
            </a:r>
            <a:endParaRPr lang="en-US" sz="1200" dirty="0"/>
          </a:p>
        </p:txBody>
      </p:sp>
      <p:pic>
        <p:nvPicPr>
          <p:cNvPr id="10" name="Image 1" descr="C:\Users\Administrator\Desktop\JM_클로드\지엔티_재료제안서\_user_imgs\p05-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3532414"/>
            <a:ext cx="1188720" cy="890451"/>
          </a:xfrm>
          <a:prstGeom prst="rect">
            <a:avLst/>
          </a:prstGeom>
        </p:spPr>
      </p:pic>
      <p:pic>
        <p:nvPicPr>
          <p:cNvPr id="11" name="Image 2" descr="C:\Users\Administrator\Desktop\JM_클로드\지엔티_재료제안서\_user_imgs\p05-2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7640" y="3532414"/>
            <a:ext cx="1188720" cy="890451"/>
          </a:xfrm>
          <a:prstGeom prst="rect">
            <a:avLst/>
          </a:prstGeom>
        </p:spPr>
      </p:pic>
      <p:pic>
        <p:nvPicPr>
          <p:cNvPr id="12" name="Image 3" descr="C:\Users\Administrator\Desktop\JM_클로드\지엔티_재료제안서\_user_imgs\p05-3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3532414"/>
            <a:ext cx="1188720" cy="890451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9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/ 23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BUILT-IN  ·  HIGH GLOSSY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붙박이가구</a:t>
            </a: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r>
              <a:rPr lang="en-US" sz="1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예림 하이그로시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06-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80" y="1097280"/>
            <a:ext cx="1188720" cy="1188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697480" y="2377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매트 그레이  ·  SM-06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697480" y="26517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18T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343400" y="14173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2200" dirty="0"/>
          </a:p>
        </p:txBody>
      </p:sp>
      <p:pic>
        <p:nvPicPr>
          <p:cNvPr id="11" name="Image 1" descr="C:\Users\Administrator\Desktop\JM_클로드\지엔티_재료제안서\_user_imgs\p06-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097280"/>
            <a:ext cx="1188720" cy="11887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43400" y="2377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프렌치 오크  ·  PW-21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343400" y="26517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18T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154680" y="3017520"/>
            <a:ext cx="1188720" cy="1188720"/>
          </a:xfrm>
          <a:prstGeom prst="rect">
            <a:avLst/>
          </a:prstGeom>
          <a:solidFill>
            <a:srgbClr val="F0EBE3"/>
          </a:solidFill>
          <a:ln w="6350">
            <a:solidFill>
              <a:srgbClr val="BBB39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697480" y="42976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매트 밀크화이트  ·  SM-02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2697480" y="45720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18T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343400" y="33375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2200" dirty="0"/>
          </a:p>
        </p:txBody>
      </p:sp>
      <p:pic>
        <p:nvPicPr>
          <p:cNvPr id="18" name="Image 2" descr="C:\Users\Administrator\Desktop\JM_클로드\지엔티_재료제안서\_user_imgs\p06-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017520"/>
            <a:ext cx="1188720" cy="11887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343400" y="42976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프렌치 오크  ·  PW-21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4343400" y="45720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18T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/ 23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BUILT-IN  ·  COUNTERTOP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붙박이가구  ·  인조대리석 상판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07-1-sq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56360"/>
            <a:ext cx="2499360" cy="2499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스틸 콘크리트  ·  G555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12T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07-2-sq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2320" y="1356360"/>
            <a:ext cx="2499360" cy="24993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2232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소프트 그레이  ·  G184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32232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12T</a:t>
            </a:r>
            <a:endParaRPr lang="en-US" sz="1000" dirty="0"/>
          </a:p>
        </p:txBody>
      </p:sp>
      <p:pic>
        <p:nvPicPr>
          <p:cNvPr id="13" name="Image 2" descr="C:\Users\Administrator\Desktop\JM_클로드\지엔티_재료제안서\_user_imgs\p07-3-sq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7440" y="1356360"/>
            <a:ext cx="2499360" cy="24993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8744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블랙 버드  ·  G047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618744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12T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/ 23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DESK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사무용책상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덕트형 책상 5구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1400 × 800 × 720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08-2.jpeg"/>
          <p:cNvPicPr>
            <a:picLocks noChangeAspect="1"/>
          </p:cNvPicPr>
          <p:nvPr/>
        </p:nvPicPr>
        <p:blipFill>
          <a:blip r:embed="rId3"/>
          <a:srcRect l="4410" t="4503" r="3988"/>
          <a:stretch/>
        </p:blipFill>
        <p:spPr>
          <a:xfrm>
            <a:off x="3751906" y="672854"/>
            <a:ext cx="2289438" cy="2407393"/>
          </a:xfrm>
          <a:prstGeom prst="rect">
            <a:avLst/>
          </a:prstGeom>
        </p:spPr>
      </p:pic>
      <p:pic>
        <p:nvPicPr>
          <p:cNvPr id="13" name="Image 2" descr="C:\Users\Administrator\Desktop\JM_클로드\지엔티_재료제안서\_user_imgs\p08-3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298" y="1569143"/>
            <a:ext cx="2499360" cy="1654749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/ 23</a:t>
            </a:r>
            <a:endParaRPr lang="en-US" sz="800" dirty="0"/>
          </a:p>
        </p:txBody>
      </p:sp>
      <p:pic>
        <p:nvPicPr>
          <p:cNvPr id="7" name="Image 0" descr="C:\Users\Administrator\Desktop\JM_클로드\지엔티_재료제안서\_user_imgs\p08-1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8258" y="2187209"/>
            <a:ext cx="2747947" cy="192758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DESK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사무용책상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extracted2\s07-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8123" y="1188720"/>
            <a:ext cx="3587755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일반형 데스크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1400 × 800 × 720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/ 23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MOBILE DRAWER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 이동서랍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extracted2\s08-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386" y="1188720"/>
            <a:ext cx="2498107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 이동서랍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화이트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extracted2\s08-img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3831" y="1188720"/>
            <a:ext cx="2465458" cy="2834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 이동서랍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우드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23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TASK CHAIR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사무용 의자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0-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0466" y="1188720"/>
            <a:ext cx="1683067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사무용 의자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메쉬 / 헤드레스트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23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PARTITION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파티션 / 책상 스크린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1-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836" y="1188720"/>
            <a:ext cx="2773208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자립형 파티션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패브릭 마감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11-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685362"/>
            <a:ext cx="3840480" cy="21156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책상 스크린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23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CONFERENCE TABLE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회의테이블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2-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7564"/>
            <a:ext cx="3840480" cy="15569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덕트형 회의테이블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4000 × 1200 × 715 / 4구 2LAN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extracted2\s11-img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0393" y="1188720"/>
            <a:ext cx="3092335" cy="2834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연결회의용탁자 (상석 + 일반)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4800 × 1400 × 720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23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CONFERENCE CHAIR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회의의자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3-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610" y="1188720"/>
            <a:ext cx="2681659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회의의자 (팔걸이)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605 × 520 × 850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extracted2\s12-img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3785" y="1188720"/>
            <a:ext cx="2365551" cy="2834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회의용의자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590 × 630 × 930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23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LOUNGE TABLE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휴게실 테이블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4-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296" y="1188720"/>
            <a:ext cx="3150288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휴게실 테이블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지름 700 × 720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14-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2880" y="1188720"/>
            <a:ext cx="2407360" cy="2834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휴게실 테이블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지름 700 × 720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/ 23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LOUNGE CHAIR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휴게실 의자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5-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10224"/>
            <a:ext cx="3840480" cy="27916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휴게실 의자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우드백 / 패브릭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15-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320314"/>
            <a:ext cx="3840480" cy="25714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휴게실 의자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스틸 프레임 / 패브릭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/ 23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STEEL CABINET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철제 캐비넷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extracted2\s17-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864" y="1188720"/>
            <a:ext cx="2631152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RMR-CC115T6SR  ·  Gray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1100 × 530 × 1825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extracted2\s17-img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9096" y="1188720"/>
            <a:ext cx="2494929" cy="2834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AMC-WFR  ·  White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1100 × 540 × 1825  (도어 3개)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/ 23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LIGHTING  ·  LED PANEL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LED 평판조명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6-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025" y="1188720"/>
            <a:ext cx="2791950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LED 평판조명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천장 매립형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/ 23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APPLIANCE  ·  REFRIGERATOR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냉장고</a:t>
            </a: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r>
              <a:rPr lang="en-US" sz="1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LG전자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7-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3985" y="1188720"/>
            <a:ext cx="1861230" cy="3474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937760" y="2331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LG전자 507L 2도어 냉장고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937760" y="2788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 ·  B502S53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937760" y="3154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780 × 730 × 1,800 mm  /  실버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 / 23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AV  ·  PROJECTOR &amp; SCREEN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빔프로젝트  ·  빔스크린</a:t>
            </a: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r>
              <a:rPr lang="en-US" sz="1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EFUN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8-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923" y="1188720"/>
            <a:ext cx="3047034" cy="2560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3840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EL-YLK606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3LCD LASER 4K UHD  ·  HDR/HLG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1.6X ZOOM  ·  16W 스피커</a:t>
            </a:r>
            <a:endParaRPr lang="en-US" sz="1000" dirty="0"/>
          </a:p>
        </p:txBody>
      </p:sp>
      <p:pic>
        <p:nvPicPr>
          <p:cNvPr id="11" name="Image 1" descr="C:\Users\Administrator\Desktop\JM_클로드\지엔티_재료제안서\_user_imgs\p18-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6338" y="1188720"/>
            <a:ext cx="3560445" cy="2834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빔스크린 (성지 울트라 매트 전동 매립 스크린)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120"  (2400 × 1800)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/ 23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AV  ·  SPEAKER &amp; AMP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스피커  ·  파워앰프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extracted2\s18-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823" y="1188720"/>
            <a:ext cx="3347233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스피커  ·  FA-530N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5.25인치  ·  70W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extracted2\s18-img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366306"/>
            <a:ext cx="3840480" cy="24794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파워앰프  ·  EMA-200N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2CH  ·  200W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 / 23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APPLIANCE  ·  WATERPROOF DOOR LOCK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방수도어락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extracted2\s19-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8879" y="1188720"/>
            <a:ext cx="1566241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방수도어락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</a:t>
            </a:r>
            <a:r>
              <a:rPr lang="ko-KR" alt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해당제품 방수커버는 별도 제작 필요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 / 23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4A4030"/>
          </a:solidFill>
          <a:ln w="12700">
            <a:solidFill>
              <a:srgbClr val="4A40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0" y="5486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kern="0" spc="600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MATERIAL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b="1" kern="0" spc="600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PROPOSAL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4434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END  OF  DOCUMENT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THANK  YOU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457200" y="3063240"/>
            <a:ext cx="548640" cy="36576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3375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4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PROPOSED BY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800600"/>
            <a:ext cx="521208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937760" y="48646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 / 23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689</Words>
  <Application>Microsoft Office PowerPoint</Application>
  <PresentationFormat>화면 슬라이드 쇼(16:9)</PresentationFormat>
  <Paragraphs>249</Paragraphs>
  <Slides>23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6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지엔티 마감재제안서</dc:title>
  <dc:subject>PptxGenJS Presentation</dc:subject>
  <dc:creator>제이엠건축인테리어</dc:creator>
  <cp:lastModifiedBy>소연 이</cp:lastModifiedBy>
  <cp:revision>3</cp:revision>
  <dcterms:created xsi:type="dcterms:W3CDTF">2026-05-27T04:17:25Z</dcterms:created>
  <dcterms:modified xsi:type="dcterms:W3CDTF">2026-05-27T04:22:12Z</dcterms:modified>
</cp:coreProperties>
</file>
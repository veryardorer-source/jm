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0855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kern="0" spc="6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Interior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마감재 제안서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931920" y="2834640"/>
            <a:ext cx="41148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지엔티 (GNT)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사무공간 인테리어 마감재 제안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31920" y="46177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319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 · KCC 신한벽지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19476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 · 600 × 2400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7802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47802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 · 인조대리석 상판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62656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0083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· 의자 · 캐비넷 · 도어락 · 회의가구 · 휴게가구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35387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690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· 영상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66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AV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40690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· 빔프로젝트 · 스피커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55371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3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F15130-1  매트 피니시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3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F15130-2  매트 피니시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3-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F15130-5  매트 피니시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4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188720"/>
            <a:ext cx="28346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F15128-2  페블스톤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4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188720"/>
            <a:ext cx="283464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F15128-6  페블스톤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 × 2400 × 9T</a:t>
            </a:r>
            <a:endParaRPr lang="en-US" sz="1100" dirty="0"/>
          </a:p>
        </p:txBody>
      </p:sp>
      <p:pic>
        <p:nvPicPr>
          <p:cNvPr id="8" name="Image 0" descr="C:\Users\Administrator\Desktop\JM_클로드\지엔티_재료제안서\_user_imgs\p05-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2650" y="1188720"/>
            <a:ext cx="4018701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추천색상</a:t>
            </a:r>
            <a:endParaRPr lang="en-US" sz="1200" dirty="0"/>
          </a:p>
        </p:txBody>
      </p:sp>
      <p:pic>
        <p:nvPicPr>
          <p:cNvPr id="10" name="Image 1" descr="C:\Users\Administrator\Desktop\JM_클로드\지엔티_재료제안서\_user_imgs\p05-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3532414"/>
            <a:ext cx="1188720" cy="890451"/>
          </a:xfrm>
          <a:prstGeom prst="rect">
            <a:avLst/>
          </a:prstGeom>
        </p:spPr>
      </p:pic>
      <p:pic>
        <p:nvPicPr>
          <p:cNvPr id="11" name="Image 2" descr="C:\Users\Administrator\Desktop\JM_클로드\지엔티_재료제안서\_user_imgs\p05-2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3532414"/>
            <a:ext cx="1188720" cy="890451"/>
          </a:xfrm>
          <a:prstGeom prst="rect">
            <a:avLst/>
          </a:prstGeom>
        </p:spPr>
      </p:pic>
      <p:pic>
        <p:nvPicPr>
          <p:cNvPr id="12" name="Image 3" descr="C:\Users\Administrator\Desktop\JM_클로드\지엔티_재료제안서\_user_imgs\p05-3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3532414"/>
            <a:ext cx="1188720" cy="890451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HIGH GLOSSY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6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09728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그레이  ·  SM-06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9748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4340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1" name="Image 1" descr="C:\Users\Administrator\Desktop\JM_클로드\지엔티_재료제안서\_user_imgs\p06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09728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34340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3017520"/>
            <a:ext cx="1188720" cy="1188720"/>
          </a:xfrm>
          <a:prstGeom prst="rect">
            <a:avLst/>
          </a:prstGeom>
          <a:solidFill>
            <a:srgbClr val="F0EBE3"/>
          </a:solidFill>
          <a:ln w="6350">
            <a:solidFill>
              <a:srgbClr val="BBB39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9748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밀크화이트  ·  SM-02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9748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43400" y="3337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8" name="Image 2" descr="C:\Users\Administrator\Desktop\JM_클로드\지엔티_재료제안서\_user_imgs\p06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017520"/>
            <a:ext cx="1188720" cy="11887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4340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COUNTERTOP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  ·  인조대리석 상판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7-1-sq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콘크리트  ·  G555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7-2-sq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그레이  ·  G184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7-3-sq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 버드  ·  G047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8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29433"/>
            <a:ext cx="2499360" cy="17532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5구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8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320" y="1345587"/>
            <a:ext cx="2499360" cy="25209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배선 매립 덕트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배선 공간 · 매립형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8-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40" y="1778666"/>
            <a:ext cx="2499360" cy="16547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(단독)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7-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123" y="1188720"/>
            <a:ext cx="3587755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일반형 데스크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MOBILE DRAWER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8-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86" y="1188720"/>
            <a:ext cx="249810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08-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831" y="1188720"/>
            <a:ext cx="2465458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TASK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0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466" y="1188720"/>
            <a:ext cx="168306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메쉬 / 헤드레스트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PARTITION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/ 책상 스크린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1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836" y="1188720"/>
            <a:ext cx="277320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자립형 파티션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패브릭 마감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1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685362"/>
            <a:ext cx="3840480" cy="21156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스크린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2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7564"/>
            <a:ext cx="3840480" cy="1556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회의테이블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4000 × 1200 × 715 / 4구 2LAN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1-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0393" y="1188720"/>
            <a:ext cx="3092335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연결회의용탁자 (상석 + 일반)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4800 × 1400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3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610" y="1188720"/>
            <a:ext cx="2681659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(팔걸이)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605 × 520 × 850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2-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785" y="1188720"/>
            <a:ext cx="2365551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회의용의자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590 × 630 × 930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4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96" y="1188720"/>
            <a:ext cx="315028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4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880" y="1188720"/>
            <a:ext cx="240736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5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0224"/>
            <a:ext cx="3840480" cy="2791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우드백 / 패브릭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5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20314"/>
            <a:ext cx="3840480" cy="25714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프레임 / 패브릭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STEEL CABINET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/>
              <a:t>RMR-CC115T6SR(Gray)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1100*530*1825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AMC-WFR(White)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1100*540*1825(</a:t>
            </a:r>
            <a:r>
              <a:rPr lang="ko-KR" alt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선반</a:t>
            </a:r>
            <a:r>
              <a:rPr lang="en-US" altLang="ko-KR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r>
              <a:rPr lang="en-US" altLang="ko-KR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23</a:t>
            </a:r>
            <a:endParaRPr lang="en-US" sz="8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BBD7CB0-D9B5-8827-D6AB-B8DA42B60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43" y="1048928"/>
            <a:ext cx="2793793" cy="300985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EFDDE35-172A-9A5B-4C0B-FFB81D5017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87" b="3707"/>
          <a:stretch/>
        </p:blipFill>
        <p:spPr>
          <a:xfrm>
            <a:off x="5369666" y="1271570"/>
            <a:ext cx="2546313" cy="268778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  ·  LED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6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025" y="1188720"/>
            <a:ext cx="279195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 매립형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REFRIGERATOR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7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985" y="1188720"/>
            <a:ext cx="186123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507L 2도어 냉장고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 ·  B502S53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 × 730 × 1,800 mm  /  실버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PROJECTOR &amp;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빔프로젝트  ·  빔스크린</a:t>
            </a: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EFUN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8-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3" y="1188720"/>
            <a:ext cx="3047034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EL-YLK606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3LCD LASER 4K UHD  ·  HDR/HLG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1.6X ZOOM  ·  16W 스피커</a:t>
            </a:r>
            <a:endParaRPr lang="en-US" sz="1000" dirty="0"/>
          </a:p>
        </p:txBody>
      </p:sp>
      <p:pic>
        <p:nvPicPr>
          <p:cNvPr id="11" name="Image 1" descr="C:\Users\Administrator\Desktop\JM_클로드\지엔티_재료제안서\_user_imgs\p18-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338" y="1188720"/>
            <a:ext cx="3560445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빔스크린 (성지 울트라 매트 전동 매립 스크린)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120"  (2400 × 1800)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SPEAKER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WATERPROOF DOOR LOCK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kern="0" spc="6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b="1" kern="0" spc="6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 OF  DOCUMENT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52120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4864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703</Words>
  <Application>Microsoft Office PowerPoint</Application>
  <PresentationFormat>화면 슬라이드 쇼(16:9)</PresentationFormat>
  <Paragraphs>257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마감재제안서</dc:title>
  <dc:subject>PptxGenJS Presentation</dc:subject>
  <dc:creator>제이엠건축인테리어</dc:creator>
  <cp:lastModifiedBy>소연 이</cp:lastModifiedBy>
  <cp:revision>2</cp:revision>
  <dcterms:created xsi:type="dcterms:W3CDTF">2026-05-27T02:33:31Z</dcterms:created>
  <dcterms:modified xsi:type="dcterms:W3CDTF">2026-05-27T02:38:43Z</dcterms:modified>
</cp:coreProperties>
</file>
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Interior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931920" y="914400"/>
            <a:ext cx="54864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0" y="1143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 제안서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931920" y="2057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 · 알판 · 사무용가구 · 붙박이가구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31920" y="2834640"/>
            <a:ext cx="41148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192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고객사명을 입력하세요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SCOPE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사무공간 인테리어 자재 제안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ISSUED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3192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YYYY. MM. DD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제안서 구성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5720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제안서는 사무공간 인테리어에 사용되는 주요 자재의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제조사·브랜드·재질·마감·색상 정보를 정리한 자료입니다.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" y="2743200"/>
            <a:ext cx="1920240" cy="1737360"/>
          </a:xfrm>
          <a:prstGeom prst="rect">
            <a:avLst/>
          </a:prstGeom>
          <a:solidFill>
            <a:srgbClr val="F7F5F1"/>
          </a:solidFill>
          <a:ln w="6350">
            <a:solidFill>
              <a:srgbClr val="D8D2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2743200"/>
            <a:ext cx="1920240" cy="7315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971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1792" y="3520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1792" y="4023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69464" y="2743200"/>
            <a:ext cx="1920240" cy="1737360"/>
          </a:xfrm>
          <a:prstGeom prst="rect">
            <a:avLst/>
          </a:prstGeom>
          <a:solidFill>
            <a:srgbClr val="F7F5F1"/>
          </a:solidFill>
          <a:ln w="6350">
            <a:solidFill>
              <a:srgbClr val="D8D2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9464" y="2743200"/>
            <a:ext cx="1920240" cy="7315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06624" y="2971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06624" y="3520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06624" y="4023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PANEL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54296" y="2743200"/>
            <a:ext cx="1920240" cy="1737360"/>
          </a:xfrm>
          <a:prstGeom prst="rect">
            <a:avLst/>
          </a:prstGeom>
          <a:solidFill>
            <a:srgbClr val="F7F5F1"/>
          </a:solidFill>
          <a:ln w="6350">
            <a:solidFill>
              <a:srgbClr val="D8D2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54296" y="2743200"/>
            <a:ext cx="1920240" cy="7315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2971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91456" y="3520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사무용가구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91456" y="4023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FURNITURE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39128" y="2743200"/>
            <a:ext cx="1920240" cy="1737360"/>
          </a:xfrm>
          <a:prstGeom prst="rect">
            <a:avLst/>
          </a:prstGeom>
          <a:solidFill>
            <a:srgbClr val="F7F5F1"/>
          </a:solidFill>
          <a:ln w="6350">
            <a:solidFill>
              <a:srgbClr val="D8D2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39128" y="2743200"/>
            <a:ext cx="1920240" cy="7315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76288" y="2971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76288" y="3520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76288" y="4023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FURNITURE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MATERIAL PROPOSAL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0" y="48646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CATEGORY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0" y="1280160"/>
            <a:ext cx="45720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1508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38912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0" y="30175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벽지는 사무공간에서 가장 넓은 면적을 차지하는 마감재입니다.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실크 / 합지 / 친환경 등급 / 기능성(방염·항균·흡음)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구분으로 정리해 주세요.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MATERIAL PROPOSAL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0" y="48646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·  WALLCOVERING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 상세 / Material Detail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5720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자재 1건 / 슬라이드.  추가 자재는 본 슬라이드 복제 후 작성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657600" cy="2468880"/>
          </a:xfrm>
          <a:prstGeom prst="rect">
            <a:avLst/>
          </a:prstGeom>
          <a:solidFill>
            <a:srgbClr val="E8E2D2"/>
          </a:solidFill>
          <a:ln w="6350">
            <a:solidFill>
              <a:srgbClr val="8A7D63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(자재 사진 / 컬러칩 / 카탈로그 컷)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2702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44714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캡션 / 출처 입력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691640"/>
            <a:ext cx="4114800" cy="3017520"/>
          </a:xfrm>
          <a:prstGeom prst="rect">
            <a:avLst/>
          </a:prstGeom>
          <a:solidFill>
            <a:srgbClr val="F7F5F1"/>
          </a:solidFill>
          <a:ln w="6350">
            <a:solidFill>
              <a:srgbClr val="D8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8562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SPECIFICATION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00600" y="21671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97880" y="21671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LX하우시스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97880" y="2441448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514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브랜드/시리즈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97880" y="2514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지인(Z:IN) 베스띠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97880" y="2788920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8620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97880" y="28620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BST-1234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97880" y="3136392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2095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97880" y="32095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실크벽지 (PVC 코팅)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97880" y="3483864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5570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97880" y="35570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무광 솔리드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97880" y="3831336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9044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97880" y="39044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웜 화이트 / WH-01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97880" y="4178808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42519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97880" y="4251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위치 / 등급 / 단가 / 납기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97880" y="4526280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MATERIAL PROPOSAL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0" y="48646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CATEGORY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0" y="1280160"/>
            <a:ext cx="45720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1508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알판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38912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0" y="30175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알판은 가구 도어·몸체·벽체 마감에 사용되는 판상 자재입니다.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코어(PB·MDF·합판) + 마감(LPM·HPL·PET·UV·멤브레인·무늬목)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구조로 정리해 주세요.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MATERIAL PROPOSAL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0" y="48646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·  PANEL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 상세 / Material Detail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5720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자재 1건 / 슬라이드.  추가 자재는 본 슬라이드 복제 후 작성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657600" cy="2468880"/>
          </a:xfrm>
          <a:prstGeom prst="rect">
            <a:avLst/>
          </a:prstGeom>
          <a:solidFill>
            <a:srgbClr val="E8E2D2"/>
          </a:solidFill>
          <a:ln w="6350">
            <a:solidFill>
              <a:srgbClr val="8A7D63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(자재 사진 / 컬러칩 / 카탈로그 컷)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2702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44714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캡션 / 출처 입력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691640"/>
            <a:ext cx="4114800" cy="3017520"/>
          </a:xfrm>
          <a:prstGeom prst="rect">
            <a:avLst/>
          </a:prstGeom>
          <a:solidFill>
            <a:srgbClr val="F7F5F1"/>
          </a:solidFill>
          <a:ln w="6350">
            <a:solidFill>
              <a:srgbClr val="D8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8562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SPECIFICATION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00600" y="21671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97880" y="21671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LX하우시스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97880" y="2441448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514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브랜드/시리즈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97880" y="2514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지인(Z:IN) 베스띠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97880" y="2788920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8620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97880" y="28620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BST-1234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97880" y="3136392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2095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97880" y="32095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실크벽지 (PVC 코팅)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97880" y="3483864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5570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97880" y="35570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무광 솔리드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97880" y="3831336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9044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97880" y="39044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웜 화이트 / WH-01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97880" y="4178808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42519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97880" y="4251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위치 / 등급 / 단가 / 납기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97880" y="4526280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MATERIAL PROPOSAL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0" y="48646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CATEGORY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FURNITURE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0" y="1280160"/>
            <a:ext cx="45720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1508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사무용가구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38912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0" y="30175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 책상·의자·수납장 중심으로 정리합니다.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제조사: 퍼시스 / 코아스 / 한샘 / 시디즈 / 일룸 / 리바트.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품목별 모델·재질·치수·색상을 입력해 주세요.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MATERIAL PROPOSAL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0" y="48646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·  OFFICE FURNITURE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사무용가구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 상세 / Material Detail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5720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자재 1건 / 슬라이드.  추가 자재는 본 슬라이드 복제 후 작성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657600" cy="2468880"/>
          </a:xfrm>
          <a:prstGeom prst="rect">
            <a:avLst/>
          </a:prstGeom>
          <a:solidFill>
            <a:srgbClr val="E8E2D2"/>
          </a:solidFill>
          <a:ln w="6350">
            <a:solidFill>
              <a:srgbClr val="8A7D63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(자재 사진 / 컬러칩 / 카탈로그 컷)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2702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44714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캡션 / 출처 입력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691640"/>
            <a:ext cx="4114800" cy="3017520"/>
          </a:xfrm>
          <a:prstGeom prst="rect">
            <a:avLst/>
          </a:prstGeom>
          <a:solidFill>
            <a:srgbClr val="F7F5F1"/>
          </a:solidFill>
          <a:ln w="6350">
            <a:solidFill>
              <a:srgbClr val="D8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8562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SPECIFICATION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00600" y="21671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97880" y="21671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LX하우시스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97880" y="2441448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514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브랜드/시리즈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97880" y="2514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지인(Z:IN) 베스띠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97880" y="2788920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8620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97880" y="28620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BST-1234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97880" y="3136392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2095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97880" y="32095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실크벽지 (PVC 코팅)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97880" y="3483864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5570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97880" y="35570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무광 솔리드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97880" y="3831336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9044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97880" y="39044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웜 화이트 / WH-01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97880" y="4178808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42519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97880" y="4251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위치 / 등급 / 단가 / 납기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97880" y="4526280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MATERIAL PROPOSAL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0" y="48646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CATEGORY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FURNITURE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0" y="1280160"/>
            <a:ext cx="45720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1508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38912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0" y="30175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치수 맞춤 제작 가구.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몸체(PB/MDF) + 도어 마감(멤브레인·UV·PET·무늬목·도장)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하드웨어(Blum·Hettich·Hafele) 구분으로 정리해 주세요.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MATERIAL PROPOSAL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0" y="48646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·  BUILT-IN FURNITURE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 상세 / Material Detail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5720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자재 1건 / 슬라이드.  추가 자재는 본 슬라이드 복제 후 작성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657600" cy="2468880"/>
          </a:xfrm>
          <a:prstGeom prst="rect">
            <a:avLst/>
          </a:prstGeom>
          <a:solidFill>
            <a:srgbClr val="E8E2D2"/>
          </a:solidFill>
          <a:ln w="6350">
            <a:solidFill>
              <a:srgbClr val="8A7D63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(자재 사진 / 컬러칩 / 카탈로그 컷)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2702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44714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캡션 / 출처 입력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691640"/>
            <a:ext cx="4114800" cy="3017520"/>
          </a:xfrm>
          <a:prstGeom prst="rect">
            <a:avLst/>
          </a:prstGeom>
          <a:solidFill>
            <a:srgbClr val="F7F5F1"/>
          </a:solidFill>
          <a:ln w="6350">
            <a:solidFill>
              <a:srgbClr val="D8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8562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SPECIFICATION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00600" y="21671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97880" y="21671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LX하우시스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97880" y="2441448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514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브랜드/시리즈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97880" y="2514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지인(Z:IN) 베스띠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97880" y="2788920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8620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97880" y="28620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BST-1234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97880" y="3136392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2095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97880" y="32095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실크벽지 (PVC 코팅)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97880" y="3483864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5570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97880" y="35570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무광 솔리드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97880" y="3831336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9044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97880" y="39044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웜 화이트 / WH-01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97880" y="4178808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42519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97880" y="4251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위치 / 등급 / 단가 / 납기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97880" y="4526280"/>
            <a:ext cx="25146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MATERIAL PROPOSAL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0" y="48646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자재에 관한 문의는 언제든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담당자에게 연락 주십시오.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45720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A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 Proposal · 재료 제안서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4069080"/>
            <a:ext cx="2651760" cy="777240"/>
          </a:xfrm>
          <a:prstGeom prst="rect">
            <a:avLst/>
          </a:prstGeom>
          <a:solidFill>
            <a:srgbClr val="8A7D63"/>
          </a:solidFill>
          <a:ln w="6350">
            <a:solidFill>
              <a:srgbClr val="C2B3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160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7F5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담당자명 / 직책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46120" y="4069080"/>
            <a:ext cx="2651760" cy="777240"/>
          </a:xfrm>
          <a:prstGeom prst="rect">
            <a:avLst/>
          </a:prstGeom>
          <a:solidFill>
            <a:srgbClr val="8A7D63"/>
          </a:solidFill>
          <a:ln w="6350">
            <a:solidFill>
              <a:srgbClr val="C2B3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4160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7F5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010-0000-0000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4069080"/>
            <a:ext cx="2651760" cy="777240"/>
          </a:xfrm>
          <a:prstGeom prst="rect">
            <a:avLst/>
          </a:prstGeom>
          <a:solidFill>
            <a:srgbClr val="8A7D63"/>
          </a:solidFill>
          <a:ln w="6350">
            <a:solidFill>
              <a:srgbClr val="C2B3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4160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7F5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792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email@domain.com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0" y="49377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MATERIAL PROPOSAL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지엔티 재료제안서</dc:title>
  <dc:subject>PptxGenJS Presentation</dc:subject>
  <dc:creator>JM</dc:creator>
  <cp:lastModifiedBy>JM</cp:lastModifiedBy>
  <cp:revision>1</cp:revision>
  <dcterms:created xsi:type="dcterms:W3CDTF">2026-05-26T06:27:21Z</dcterms:created>
  <dcterms:modified xsi:type="dcterms:W3CDTF">2026-05-26T06:27:21Z</dcterms:modified>
</cp:coreProperties>
</file>
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 · 랩핑평판 · 붙박이가구 · 사무용가구 · 조명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도어락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97" y="1188720"/>
            <a:ext cx="5135006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3611880"/>
            <a:ext cx="274320" cy="0"/>
          </a:xfrm>
          <a:prstGeom prst="line">
            <a:avLst/>
          </a:prstGeom>
          <a:noFill/>
          <a:ln w="12700">
            <a:solidFill>
              <a:srgbClr val="8A7D63"/>
            </a:solidFill>
            <a:prstDash val="solid"/>
          </a:ln>
        </p:spPr>
      </p:sp>
      <p:pic>
        <p:nvPicPr>
          <p:cNvPr id="11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446543"/>
            <a:ext cx="868680" cy="650715"/>
          </a:xfrm>
          <a:prstGeom prst="rect">
            <a:avLst/>
          </a:prstGeom>
        </p:spPr>
      </p:pic>
      <p:pic>
        <p:nvPicPr>
          <p:cNvPr id="12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46543"/>
            <a:ext cx="868680" cy="650715"/>
          </a:xfrm>
          <a:prstGeom prst="rect">
            <a:avLst/>
          </a:prstGeom>
        </p:spPr>
      </p:pic>
      <p:pic>
        <p:nvPicPr>
          <p:cNvPr id="13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46543"/>
            <a:ext cx="868680" cy="65071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66110"/>
            <a:ext cx="2499360" cy="18798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 (PEDESTAL)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  ·  수납형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 (수납 일체형)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600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2026-05-27T02:20:27Z</dcterms:created>
  <dcterms:modified xsi:type="dcterms:W3CDTF">2026-05-27T02:20:27Z</dcterms:modified>
</cp:coreProperties>
</file>
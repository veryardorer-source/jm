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390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3152"/>
            <a:ext cx="11868912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457200"/>
            <a:ext cx="3291840" cy="11064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317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공사실적 및 지명원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CONSTRUCTION RECORD &amp; NOMINATION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3730752"/>
            <a:ext cx="50292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895344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공무 / 고객지원팀 사무실 인테리어공사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486460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제안사 : 제이엠건축인테리어 주식회사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523036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작성일 : 2026년 3월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23842" y="164592"/>
            <a:ext cx="4554798" cy="6492240"/>
          </a:xfrm>
          <a:prstGeom prst="rect">
            <a:avLst/>
          </a:prstGeom>
          <a:solidFill>
            <a:srgbClr val="F1F8F1"/>
          </a:solidFill>
          <a:ln w="10160">
            <a:solidFill>
              <a:srgbClr val="81C78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89520" y="164592"/>
            <a:ext cx="4389120" cy="47548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18288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INFO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635240" y="713232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754112" y="7863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189720" y="7863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1481328"/>
            <a:ext cx="4297680" cy="68580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0" name="Text 17"/>
          <p:cNvSpPr/>
          <p:nvPr/>
        </p:nvSpPr>
        <p:spPr>
          <a:xfrm>
            <a:off x="7754112" y="15544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189720" y="1554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2249424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Text 20"/>
          <p:cNvSpPr/>
          <p:nvPr/>
        </p:nvSpPr>
        <p:spPr>
          <a:xfrm>
            <a:off x="7754112" y="232257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189720" y="232257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635240" y="3017520"/>
            <a:ext cx="4297680" cy="68580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6" name="Text 23"/>
          <p:cNvSpPr/>
          <p:nvPr/>
        </p:nvSpPr>
        <p:spPr>
          <a:xfrm>
            <a:off x="7754112" y="30906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 재 지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171432" y="3090672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경상남도 창원시 의창구 평산로135번길 4, 2층(서상동)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635240" y="3785616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754112" y="385876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9189720" y="385876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635240" y="4553712"/>
            <a:ext cx="4297680" cy="68580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2" name="Text 29"/>
          <p:cNvSpPr/>
          <p:nvPr/>
        </p:nvSpPr>
        <p:spPr>
          <a:xfrm>
            <a:off x="7754112" y="462686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9189720" y="462686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635240" y="5321808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754112" y="5394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9189720" y="5394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  차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Contents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298448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298448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1618488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6184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회사 개요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204825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46520" y="1298448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1298448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Shape 14"/>
          <p:cNvSpPr/>
          <p:nvPr/>
        </p:nvSpPr>
        <p:spPr>
          <a:xfrm>
            <a:off x="6611112" y="1618488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11112" y="16184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6092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수행 역량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60920" y="204825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29260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2926080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3246120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32461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63040" y="31821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 주요 공사실적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63040" y="367588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46520" y="29260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2926080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6611112" y="3246120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11112" y="32461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360920" y="31821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 주요 공사실적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360920" y="367588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" y="4553712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48640" y="4553712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5" name="Shape 32"/>
          <p:cNvSpPr/>
          <p:nvPr/>
        </p:nvSpPr>
        <p:spPr>
          <a:xfrm>
            <a:off x="713232" y="48737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3232" y="48737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463040" y="48097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 공사실적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463040" y="530352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446520" y="4553712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446520" y="4553712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1" name="Shape 38"/>
          <p:cNvSpPr/>
          <p:nvPr/>
        </p:nvSpPr>
        <p:spPr>
          <a:xfrm>
            <a:off x="6611112" y="48737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11112" y="48737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360920" y="48097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실적 요약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360920" y="530352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1C784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회사 개요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98448"/>
            <a:ext cx="4114800" cy="4983480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98448"/>
            <a:ext cx="4114800" cy="54864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1" name="Image 1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27632"/>
            <a:ext cx="3657600" cy="12252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88720" y="3566160"/>
            <a:ext cx="265176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74904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 전문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422452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경남권 최다 레퍼런스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470001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A/S 하자 보증 1년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353312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4754880" y="149047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4"/>
          <p:cNvSpPr/>
          <p:nvPr/>
        </p:nvSpPr>
        <p:spPr>
          <a:xfrm>
            <a:off x="4919472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876288" y="14173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54880" y="1920240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Shape 17"/>
          <p:cNvSpPr/>
          <p:nvPr/>
        </p:nvSpPr>
        <p:spPr>
          <a:xfrm>
            <a:off x="4754880" y="205740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18"/>
          <p:cNvSpPr/>
          <p:nvPr/>
        </p:nvSpPr>
        <p:spPr>
          <a:xfrm>
            <a:off x="4919472" y="19842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876288" y="19842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0" y="2487168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754880" y="262432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2"/>
          <p:cNvSpPr/>
          <p:nvPr/>
        </p:nvSpPr>
        <p:spPr>
          <a:xfrm>
            <a:off x="4919472" y="25511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 립 일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876288" y="25511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2023년 07월 06일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54880" y="3054096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9" name="Shape 25"/>
          <p:cNvSpPr/>
          <p:nvPr/>
        </p:nvSpPr>
        <p:spPr>
          <a:xfrm>
            <a:off x="4754880" y="3191256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6"/>
          <p:cNvSpPr/>
          <p:nvPr/>
        </p:nvSpPr>
        <p:spPr>
          <a:xfrm>
            <a:off x="4919472" y="31181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사업분야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876288" y="31181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건설업 / 실내인테리어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621024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4754880" y="3758184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0"/>
          <p:cNvSpPr/>
          <p:nvPr/>
        </p:nvSpPr>
        <p:spPr>
          <a:xfrm>
            <a:off x="4919472" y="3685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6876288" y="36850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754880" y="4187952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432511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Text 34"/>
          <p:cNvSpPr/>
          <p:nvPr/>
        </p:nvSpPr>
        <p:spPr>
          <a:xfrm>
            <a:off x="4919472" y="4251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876288" y="42519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754880" y="4754880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7"/>
          <p:cNvSpPr/>
          <p:nvPr/>
        </p:nvSpPr>
        <p:spPr>
          <a:xfrm>
            <a:off x="4754880" y="489204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2" name="Text 38"/>
          <p:cNvSpPr/>
          <p:nvPr/>
        </p:nvSpPr>
        <p:spPr>
          <a:xfrm>
            <a:off x="4919472" y="4818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6876288" y="48188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4754880" y="5321808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45" name="Shape 41"/>
          <p:cNvSpPr/>
          <p:nvPr/>
        </p:nvSpPr>
        <p:spPr>
          <a:xfrm>
            <a:off x="4754880" y="545896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2"/>
          <p:cNvSpPr/>
          <p:nvPr/>
        </p:nvSpPr>
        <p:spPr>
          <a:xfrm>
            <a:off x="4919472" y="5385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6876288" y="53858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9" name="Text 45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1C784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  수행 역량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828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3444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1892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법인 및 개인 사무실, 의원, 학원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리모델링 전문. 기획~준공 원스톱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234440" y="3044952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/>
          <p:cNvSpPr/>
          <p:nvPr/>
        </p:nvSpPr>
        <p:spPr>
          <a:xfrm>
            <a:off x="1234440" y="3044952"/>
            <a:ext cx="365302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4"/>
          <p:cNvSpPr/>
          <p:nvPr/>
        </p:nvSpPr>
        <p:spPr>
          <a:xfrm>
            <a:off x="1234440" y="3044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85%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446520" y="1325880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4652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Shape 17"/>
          <p:cNvSpPr/>
          <p:nvPr/>
        </p:nvSpPr>
        <p:spPr>
          <a:xfrm>
            <a:off x="6446520" y="1325880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Text 18"/>
          <p:cNvSpPr/>
          <p:nvPr/>
        </p:nvSpPr>
        <p:spPr>
          <a:xfrm>
            <a:off x="6464808" y="1828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22376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상업공간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23760" y="1892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카페, 식당, 뷰티샵, 학원 등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상업시설 특화 설계 및 시공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223760" y="3044952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/>
          <p:cNvSpPr/>
          <p:nvPr/>
        </p:nvSpPr>
        <p:spPr>
          <a:xfrm>
            <a:off x="7223760" y="3044952"/>
            <a:ext cx="3008376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3"/>
          <p:cNvSpPr/>
          <p:nvPr/>
        </p:nvSpPr>
        <p:spPr>
          <a:xfrm>
            <a:off x="7223760" y="3044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70%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57200" y="37216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3721608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3721608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" y="42245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23444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산업·공공시설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34440" y="428853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HD현대, 부산대학교, 낙동강유역환경청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 및 산업시설 실적 보유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5440680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1"/>
          <p:cNvSpPr/>
          <p:nvPr/>
        </p:nvSpPr>
        <p:spPr>
          <a:xfrm>
            <a:off x="1234440" y="5440680"/>
            <a:ext cx="257860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Text 32"/>
          <p:cNvSpPr/>
          <p:nvPr/>
        </p:nvSpPr>
        <p:spPr>
          <a:xfrm>
            <a:off x="1234440" y="5440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60%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446520" y="37216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446520" y="3721608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Shape 35"/>
          <p:cNvSpPr/>
          <p:nvPr/>
        </p:nvSpPr>
        <p:spPr>
          <a:xfrm>
            <a:off x="6446520" y="3721608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9" name="Text 36"/>
          <p:cNvSpPr/>
          <p:nvPr/>
        </p:nvSpPr>
        <p:spPr>
          <a:xfrm>
            <a:off x="6464808" y="42245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722376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유지·보수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223760" y="428853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준공 후 1년 하자보증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긴급 A/S 대응 가능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223760" y="5440680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Shape 40"/>
          <p:cNvSpPr/>
          <p:nvPr/>
        </p:nvSpPr>
        <p:spPr>
          <a:xfrm>
            <a:off x="7223760" y="5440680"/>
            <a:ext cx="3867912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4" name="Text 41"/>
          <p:cNvSpPr/>
          <p:nvPr/>
        </p:nvSpPr>
        <p:spPr>
          <a:xfrm>
            <a:off x="7223760" y="5440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90%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1C784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(1/4)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5102357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합계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13.3억원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윤앤오 음악학원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9,616만원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다원이엔씨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8,580만원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경남대학교 평생교육관 미래라이프대학 강의실 및 실습실 구축공사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8,333만원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착한미용실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8,049만원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진영HNS로비/접견실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7,590만원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삼명기계공업주식회사 환경개선공사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6,600만원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교방동 누리학원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5,245만원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블루돌핀어학원인테리어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4,910만원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태웅산전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4,500만원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505호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4,370만원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 2)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(2/4)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5102357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문소영 수학관리학원인테리어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PNU 펜토미노 교육과정 사업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3,185만원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504호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3,163만원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경남사업단 인테리어 및 원상복구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SK테크노파크 618호 사무실인테리어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2,750만원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 자은동 교습소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2,590만원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소답동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2,340만원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HCS공장 탈의실 및 샤워실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2,329만원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미래환경㈜인테리어공사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진해삼성영어학원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힐스테이트 미용실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2,220만원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 3)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(3/4)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5102357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HSC공장 사무동 계단 및 복도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1,962만원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낙동강유역환경청 1층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1,888만원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베이커스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1,860만원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엠에스이 회의실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1,795만원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헤어샾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1,760만원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감계 푸르지오 교습소인테리어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1,647만원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청춘푸줏간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앨리스 인테리어 공사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1,619만원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2024.04~2024.04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더강해진수학교습소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1,530만원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아름드리숲상담센터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1,487만원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손길헤어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1,370만원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 4)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(4/4)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1572768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화연제과 반송점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1,261만원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세영수학교습소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1,253만원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안동주재팀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1,025만원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(1/3)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5102357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서경방송 2층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2.9억원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다구리 109번지 근린생활시설 신축공사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2.8억원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도만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1.8억원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㈜MH에탄올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1.6억원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생활관 탈의실 개선 및 가구 교체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9,405만원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MH에탄올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8,890만원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이우철한방누릉지삼계탕(진해점)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8,399만원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경남산소 사무실 리모델링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카페디아크마린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이홍열법률사무소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5,312만원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2025.05~2025.07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제일전자공업㈜ 전시실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5,280만원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법무법인 디에이치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4,300만원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 2)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(2/3)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986757"/>
              </p:ext>
            </p:extLst>
          </p:nvPr>
        </p:nvGraphicFramePr>
        <p:xfrm>
          <a:off x="457200" y="1298448"/>
          <a:ext cx="11247120" cy="5102357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키움에셋플레너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셀포렙 라헨느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3,980만원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2025.9</a:t>
                      </a:r>
                      <a:r>
                        <a:rPr lang="ko-KR" altLang="en-US" sz="900" b="1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스포츠가치센터 이용자 휴게공간 및 흡연부스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3,691만원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진주 수학학원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3,364만원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원예생명과학과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라온메디칼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젤 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에이지로보틱스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3,249만원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리화바버샵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회원동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2025.02~2025.02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양산타코야끼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2,947만원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 3)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(3/3)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4718304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숲칼프(두피탈모관리샵)인테리어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사파동 변호사 사무실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2,734만원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주남 엘리브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KICXUP AI LOUNGE 구축 실내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2,182만원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2,100만원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2,085만원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내동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1,828만원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중동 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1,828만원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2025.11~2025.12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나라정보시스템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1,679만원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1,638만원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동전산단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1,276만원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2026년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 (진행중)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3538728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대상힐스미용실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대한재해예방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2,409만원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융합전공 원예생명과학과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감계아파트 202동 605호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기타학원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1,184만원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영어학원인테리어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1,086만원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대표이사실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1,059만원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RISE 기능성푸드평가 동물조직분석실 교육 환경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  공종별 실적 요약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352044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39건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25.9억원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1325880"/>
            <a:ext cx="35204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Shape 14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20624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35건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20624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20.9억원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5528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55280" y="1325880"/>
            <a:ext cx="352044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5528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CAF5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795528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1.3억원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310128"/>
            <a:ext cx="11274552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3337560"/>
            <a:ext cx="11274552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3474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분류 (2024~2026)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931920"/>
            <a:ext cx="73152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2" name="Shape 29"/>
          <p:cNvSpPr/>
          <p:nvPr/>
        </p:nvSpPr>
        <p:spPr>
          <a:xfrm>
            <a:off x="621792" y="4114800"/>
            <a:ext cx="228600" cy="2286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3" name="Text 30"/>
          <p:cNvSpPr/>
          <p:nvPr/>
        </p:nvSpPr>
        <p:spPr>
          <a:xfrm>
            <a:off x="96012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/ 오피스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6012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18건 이상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20624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06240" y="3931920"/>
            <a:ext cx="73152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Shape 34"/>
          <p:cNvSpPr/>
          <p:nvPr/>
        </p:nvSpPr>
        <p:spPr>
          <a:xfrm>
            <a:off x="4370832" y="4114800"/>
            <a:ext cx="22860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5"/>
          <p:cNvSpPr/>
          <p:nvPr/>
        </p:nvSpPr>
        <p:spPr>
          <a:xfrm>
            <a:off x="470916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학원 / 교육시설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0916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95528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955280" y="3931920"/>
            <a:ext cx="73152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2" name="Shape 39"/>
          <p:cNvSpPr/>
          <p:nvPr/>
        </p:nvSpPr>
        <p:spPr>
          <a:xfrm>
            <a:off x="8119872" y="4114800"/>
            <a:ext cx="22860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3" name="Text 40"/>
          <p:cNvSpPr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 / 식당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45820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7200" y="4709160"/>
            <a:ext cx="73152" cy="65836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7" name="Shape 44"/>
          <p:cNvSpPr/>
          <p:nvPr/>
        </p:nvSpPr>
        <p:spPr>
          <a:xfrm>
            <a:off x="621792" y="4892040"/>
            <a:ext cx="22860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8" name="Text 45"/>
          <p:cNvSpPr/>
          <p:nvPr/>
        </p:nvSpPr>
        <p:spPr>
          <a:xfrm>
            <a:off x="96012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뷰티 / 헤어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6012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20624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206240" y="4709160"/>
            <a:ext cx="73152" cy="658368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2" name="Shape 49"/>
          <p:cNvSpPr/>
          <p:nvPr/>
        </p:nvSpPr>
        <p:spPr>
          <a:xfrm>
            <a:off x="4370832" y="4892040"/>
            <a:ext cx="228600" cy="228600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3" name="Text 50"/>
          <p:cNvSpPr/>
          <p:nvPr/>
        </p:nvSpPr>
        <p:spPr>
          <a:xfrm>
            <a:off x="470916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70916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6건 이상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95528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955280" y="4709160"/>
            <a:ext cx="73152" cy="658368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7" name="Shape 54"/>
          <p:cNvSpPr/>
          <p:nvPr/>
        </p:nvSpPr>
        <p:spPr>
          <a:xfrm>
            <a:off x="8119872" y="4892040"/>
            <a:ext cx="228600" cy="22860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8" name="Text 55"/>
          <p:cNvSpPr/>
          <p:nvPr/>
        </p:nvSpPr>
        <p:spPr>
          <a:xfrm>
            <a:off x="845820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기타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45820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57200" y="6236208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* 1천만원 이상 프로젝트 기준. 공종별 건수는 개략 분류 기준입니다.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2" name="Text 59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그라데이션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99916" y="1234440"/>
            <a:ext cx="4389120" cy="1472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383280"/>
            <a:ext cx="1219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0" y="4407408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757575"/>
                </a:solidFill>
              </a:rPr>
              <a:t>THANK YOU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94076" y="4919472"/>
            <a:ext cx="64008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074920"/>
            <a:ext cx="10360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 공무/고객지원 사무실 인테리어공사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대표 이소연  |  055-252-0611  |  jminterior.co.kr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1346</Words>
  <Application>Microsoft Office PowerPoint</Application>
  <PresentationFormat>와이드스크린</PresentationFormat>
  <Paragraphs>518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나눔고딕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소연 이</cp:lastModifiedBy>
  <cp:revision>2</cp:revision>
  <dcterms:created xsi:type="dcterms:W3CDTF">2026-03-16T02:15:05Z</dcterms:created>
  <dcterms:modified xsi:type="dcterms:W3CDTF">2026-03-16T02:18:45Z</dcterms:modified>
</cp:coreProperties>
</file>
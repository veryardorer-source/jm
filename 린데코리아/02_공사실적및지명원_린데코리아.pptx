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320040"/>
            <a:ext cx="329184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30752"/>
            <a:ext cx="50292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8953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48646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제안사 : 제이엠건축인테리어주식회사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2303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164592"/>
            <a:ext cx="4389120" cy="6510528"/>
          </a:xfrm>
          <a:prstGeom prst="rect">
            <a:avLst/>
          </a:prstGeom>
          <a:solidFill>
            <a:srgbClr val="F1F8F1"/>
          </a:solidFill>
          <a:ln w="10160">
            <a:solidFill>
              <a:srgbClr val="81C7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164592"/>
            <a:ext cx="43891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182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INFO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804672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4112" y="8961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235440" y="8961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35240" y="1609344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0" name="Text 17"/>
          <p:cNvSpPr/>
          <p:nvPr/>
        </p:nvSpPr>
        <p:spPr>
          <a:xfrm>
            <a:off x="7754112" y="17007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23544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2414016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754112" y="250545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235440" y="25054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35240" y="3218688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7754112" y="3310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재 지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235440" y="33101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경상남도 창원시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635240" y="4023360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754112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3544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635240" y="4828032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2" name="Text 29"/>
          <p:cNvSpPr/>
          <p:nvPr/>
        </p:nvSpPr>
        <p:spPr>
          <a:xfrm>
            <a:off x="7754112" y="49194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235440" y="49194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635240" y="5632704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54112" y="57241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235440" y="572414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35331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5331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2763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39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35331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35331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2763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39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86207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86207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13639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1363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5478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86207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86207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13639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1363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5478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37083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37083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6451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6451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056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37083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37083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6451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6451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056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508760"/>
            <a:ext cx="36576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490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 전문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경남권 최다 레퍼런스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000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A/S 하자 보증 2년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2020년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실내건축 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3044952"/>
            <a:ext cx="365302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4652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7223760" y="3044952"/>
            <a:ext cx="300837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70%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3444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5440680"/>
            <a:ext cx="257860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4652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4652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9" name="Text 36"/>
          <p:cNvSpPr/>
          <p:nvPr/>
        </p:nvSpPr>
        <p:spPr>
          <a:xfrm>
            <a:off x="646480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237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2376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2년 하자보증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3760" y="5440680"/>
            <a:ext cx="386791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 이용자 휴게공간 및 흡연부스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0" y="73152"/>
            <a:ext cx="19202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25.9억원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20.9억원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1.3억원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99916" y="914400"/>
            <a:ext cx="43891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38328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40740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757575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2026-03-16T01:47:53Z</dcterms:created>
  <dcterms:modified xsi:type="dcterms:W3CDTF">2026-03-16T01:47:53Z</dcterms:modified>
</cp:coreProperties>
</file>
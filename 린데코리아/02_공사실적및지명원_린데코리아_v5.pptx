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457200"/>
            <a:ext cx="3291840" cy="1106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30752"/>
            <a:ext cx="50292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8953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48646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제안사 : 제이엠건축인테리어주식회사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2303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164592"/>
            <a:ext cx="4389120" cy="6492240"/>
          </a:xfrm>
          <a:prstGeom prst="rect">
            <a:avLst/>
          </a:prstGeom>
          <a:solidFill>
            <a:srgbClr val="F1F8F1"/>
          </a:solidFill>
          <a:ln w="10160">
            <a:solidFill>
              <a:srgbClr val="81C7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164592"/>
            <a:ext cx="4389120" cy="47548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1828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INFO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35240" y="713232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4112" y="7863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189720" y="786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1481328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0" name="Text 17"/>
          <p:cNvSpPr/>
          <p:nvPr/>
        </p:nvSpPr>
        <p:spPr>
          <a:xfrm>
            <a:off x="7754112" y="1554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18972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2249424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754112" y="232257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189720" y="23225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635240" y="3017520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7754112" y="3090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재 지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189720" y="30906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경상남도 창원시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635240" y="3785616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754112" y="38587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189720" y="385876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635240" y="4553712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2" name="Text 29"/>
          <p:cNvSpPr/>
          <p:nvPr/>
        </p:nvSpPr>
        <p:spPr>
          <a:xfrm>
            <a:off x="7754112" y="46268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189720" y="46268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635240" y="5321808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54112" y="5394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189720" y="5394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27632"/>
            <a:ext cx="3657600" cy="12252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490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 전문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경남권 최다 레퍼런스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000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A/S 하자 보증 1년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2020년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실내건축 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3044952"/>
            <a:ext cx="365302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4652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7223760" y="3044952"/>
            <a:ext cx="300837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70%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3444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5440680"/>
            <a:ext cx="257860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4652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4652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9" name="Text 36"/>
          <p:cNvSpPr/>
          <p:nvPr/>
        </p:nvSpPr>
        <p:spPr>
          <a:xfrm>
            <a:off x="646480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237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2376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1년 하자보증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3760" y="5440680"/>
            <a:ext cx="386791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(1/4)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13.3억원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9,616만원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8,580만원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8,333만원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8,049만원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6,600만원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5,245만원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4,910만원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4,500만원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2)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(2/4)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3,163만원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2,329만원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3)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(3/4)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1,962만원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1,888만원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1,795만원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1,619만원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1,530만원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1,487만원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4)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(4/4)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1,261만원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1,253만원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1,025만원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(1/3)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2.9억원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1.6억원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9,405만원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8,890만원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8,399만원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5,312만원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 2)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(2/3)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 이용자 휴게공간 및 흡연부스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3,691만원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3,364만원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 3)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(3/3)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2,734만원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2,182만원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2,085만원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1,679만원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1,638만원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1,276만원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1,184만원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1,086만원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1,059만원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25.9억원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20.9억원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1.3억원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99916" y="1234440"/>
            <a:ext cx="4389120" cy="1472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38328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40740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757575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2026-03-16T02:07:14Z</dcterms:created>
  <dcterms:modified xsi:type="dcterms:W3CDTF">2026-03-16T02:07:14Z</dcterms:modified>
</cp:coreProperties>
</file>